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2" r:id="rId4"/>
    <p:sldId id="267" r:id="rId5"/>
    <p:sldId id="273" r:id="rId6"/>
    <p:sldId id="274" r:id="rId7"/>
    <p:sldId id="275" r:id="rId8"/>
    <p:sldId id="270" r:id="rId9"/>
    <p:sldId id="271" r:id="rId10"/>
    <p:sldId id="26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EAFFF4"/>
    <a:srgbClr val="B7BBC1"/>
    <a:srgbClr val="A08DDE"/>
    <a:srgbClr val="FAFAFA"/>
    <a:srgbClr val="E7E6E6"/>
    <a:srgbClr val="EA5A68"/>
    <a:srgbClr val="22507B"/>
    <a:srgbClr val="5B5B5B"/>
    <a:srgbClr val="EA5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93333" autoAdjust="0"/>
  </p:normalViewPr>
  <p:slideViewPr>
    <p:cSldViewPr snapToGrid="0" showGuides="1">
      <p:cViewPr>
        <p:scale>
          <a:sx n="66" d="100"/>
          <a:sy n="66" d="100"/>
        </p:scale>
        <p:origin x="1325" y="3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A1F1A-D36C-4206-AD7F-C9CC848A5F15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99954-2A93-48E5-81F1-9A4F0140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90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7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18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70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91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76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90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30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49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2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60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07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BBF94-A0B1-47A2-8C72-594610B94C7D}" type="datetimeFigureOut">
              <a:rPr lang="ko-KR" altLang="en-US" smtClean="0"/>
              <a:t>2020-08-07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7B22B-DA5D-443F-B6CE-49D690208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69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utorials.org/course/1" TargetMode="External"/><Relationship Id="rId2" Type="http://schemas.openxmlformats.org/officeDocument/2006/relationships/hyperlink" Target="https://woowabros.github.io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wesome-devblog.netlify.app/" TargetMode="External"/><Relationship Id="rId4" Type="http://schemas.openxmlformats.org/officeDocument/2006/relationships/hyperlink" Target="https://www.tistor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35701" y="2882896"/>
            <a:ext cx="6120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코딩 </a:t>
            </a:r>
            <a:r>
              <a:rPr lang="ko-KR" altLang="en-US" sz="40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입문자를</a:t>
            </a:r>
            <a:r>
              <a:rPr lang="ko-KR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위한 교육 블로그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5619221" y="803558"/>
            <a:ext cx="953556" cy="592682"/>
            <a:chOff x="5614461" y="1224415"/>
            <a:chExt cx="953556" cy="592682"/>
          </a:xfrm>
        </p:grpSpPr>
        <p:sp>
          <p:nvSpPr>
            <p:cNvPr id="57" name="자유형 56"/>
            <p:cNvSpPr/>
            <p:nvPr/>
          </p:nvSpPr>
          <p:spPr>
            <a:xfrm>
              <a:off x="5614461" y="1224415"/>
              <a:ext cx="953556" cy="592682"/>
            </a:xfrm>
            <a:custGeom>
              <a:avLst/>
              <a:gdLst>
                <a:gd name="connsiteX0" fmla="*/ 930393 w 2338433"/>
                <a:gd name="connsiteY0" fmla="*/ 0 h 1453450"/>
                <a:gd name="connsiteX1" fmla="*/ 1343233 w 2338433"/>
                <a:gd name="connsiteY1" fmla="*/ 200811 h 1453450"/>
                <a:gd name="connsiteX2" fmla="*/ 1343759 w 2338433"/>
                <a:gd name="connsiteY2" fmla="*/ 201579 h 1453450"/>
                <a:gd name="connsiteX3" fmla="*/ 1410933 w 2338433"/>
                <a:gd name="connsiteY3" fmla="*/ 181323 h 1453450"/>
                <a:gd name="connsiteX4" fmla="*/ 1502025 w 2338433"/>
                <a:gd name="connsiteY4" fmla="*/ 172402 h 1453450"/>
                <a:gd name="connsiteX5" fmla="*/ 1918498 w 2338433"/>
                <a:gd name="connsiteY5" fmla="*/ 440573 h 1453450"/>
                <a:gd name="connsiteX6" fmla="*/ 1935152 w 2338433"/>
                <a:gd name="connsiteY6" fmla="*/ 492690 h 1453450"/>
                <a:gd name="connsiteX7" fmla="*/ 1986659 w 2338433"/>
                <a:gd name="connsiteY7" fmla="*/ 497939 h 1453450"/>
                <a:gd name="connsiteX8" fmla="*/ 2338433 w 2338433"/>
                <a:gd name="connsiteY8" fmla="*/ 934238 h 1453450"/>
                <a:gd name="connsiteX9" fmla="*/ 1986659 w 2338433"/>
                <a:gd name="connsiteY9" fmla="*/ 1370537 h 1453450"/>
                <a:gd name="connsiteX10" fmla="*/ 1985611 w 2338433"/>
                <a:gd name="connsiteY10" fmla="*/ 1370644 h 1453450"/>
                <a:gd name="connsiteX11" fmla="*/ 1964182 w 2338433"/>
                <a:gd name="connsiteY11" fmla="*/ 1377839 h 1453450"/>
                <a:gd name="connsiteX12" fmla="*/ 1183909 w 2338433"/>
                <a:gd name="connsiteY12" fmla="*/ 1453450 h 1453450"/>
                <a:gd name="connsiteX13" fmla="*/ 316879 w 2338433"/>
                <a:gd name="connsiteY13" fmla="*/ 1348708 h 1453450"/>
                <a:gd name="connsiteX14" fmla="*/ 298858 w 2338433"/>
                <a:gd name="connsiteY14" fmla="*/ 1338128 h 1453450"/>
                <a:gd name="connsiteX15" fmla="*/ 282021 w 2338433"/>
                <a:gd name="connsiteY15" fmla="*/ 1333491 h 1453450"/>
                <a:gd name="connsiteX16" fmla="*/ 0 w 2338433"/>
                <a:gd name="connsiteY16" fmla="*/ 956039 h 1453450"/>
                <a:gd name="connsiteX17" fmla="*/ 368698 w 2338433"/>
                <a:gd name="connsiteY17" fmla="*/ 554718 h 1453450"/>
                <a:gd name="connsiteX18" fmla="*/ 387069 w 2338433"/>
                <a:gd name="connsiteY18" fmla="*/ 553075 h 1453450"/>
                <a:gd name="connsiteX19" fmla="*/ 395507 w 2338433"/>
                <a:gd name="connsiteY19" fmla="*/ 463983 h 1453450"/>
                <a:gd name="connsiteX20" fmla="*/ 930393 w 2338433"/>
                <a:gd name="connsiteY20" fmla="*/ 0 h 145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38433" h="1453450">
                  <a:moveTo>
                    <a:pt x="930393" y="0"/>
                  </a:moveTo>
                  <a:cubicBezTo>
                    <a:pt x="1095295" y="0"/>
                    <a:pt x="1243122" y="77808"/>
                    <a:pt x="1343233" y="200811"/>
                  </a:cubicBezTo>
                  <a:lnTo>
                    <a:pt x="1343759" y="201579"/>
                  </a:lnTo>
                  <a:lnTo>
                    <a:pt x="1410933" y="181323"/>
                  </a:lnTo>
                  <a:cubicBezTo>
                    <a:pt x="1440356" y="175474"/>
                    <a:pt x="1470822" y="172402"/>
                    <a:pt x="1502025" y="172402"/>
                  </a:cubicBezTo>
                  <a:cubicBezTo>
                    <a:pt x="1689247" y="172402"/>
                    <a:pt x="1849882" y="282980"/>
                    <a:pt x="1918498" y="440573"/>
                  </a:cubicBezTo>
                  <a:lnTo>
                    <a:pt x="1935152" y="492690"/>
                  </a:lnTo>
                  <a:lnTo>
                    <a:pt x="1986659" y="497939"/>
                  </a:lnTo>
                  <a:cubicBezTo>
                    <a:pt x="2187416" y="539466"/>
                    <a:pt x="2338433" y="719025"/>
                    <a:pt x="2338433" y="934238"/>
                  </a:cubicBezTo>
                  <a:cubicBezTo>
                    <a:pt x="2338433" y="1149451"/>
                    <a:pt x="2187416" y="1329010"/>
                    <a:pt x="1986659" y="1370537"/>
                  </a:cubicBezTo>
                  <a:lnTo>
                    <a:pt x="1985611" y="1370644"/>
                  </a:lnTo>
                  <a:lnTo>
                    <a:pt x="1964182" y="1377839"/>
                  </a:lnTo>
                  <a:cubicBezTo>
                    <a:pt x="1795082" y="1423458"/>
                    <a:pt x="1508713" y="1453450"/>
                    <a:pt x="1183909" y="1453450"/>
                  </a:cubicBezTo>
                  <a:cubicBezTo>
                    <a:pt x="794144" y="1453450"/>
                    <a:pt x="459727" y="1410261"/>
                    <a:pt x="316879" y="1348708"/>
                  </a:cubicBezTo>
                  <a:lnTo>
                    <a:pt x="298858" y="1338128"/>
                  </a:lnTo>
                  <a:lnTo>
                    <a:pt x="282021" y="1333491"/>
                  </a:lnTo>
                  <a:cubicBezTo>
                    <a:pt x="116289" y="1271304"/>
                    <a:pt x="0" y="1125719"/>
                    <a:pt x="0" y="956039"/>
                  </a:cubicBezTo>
                  <a:cubicBezTo>
                    <a:pt x="0" y="758079"/>
                    <a:pt x="158282" y="592915"/>
                    <a:pt x="368698" y="554718"/>
                  </a:cubicBezTo>
                  <a:lnTo>
                    <a:pt x="387069" y="553075"/>
                  </a:lnTo>
                  <a:lnTo>
                    <a:pt x="395507" y="463983"/>
                  </a:lnTo>
                  <a:cubicBezTo>
                    <a:pt x="446418" y="199189"/>
                    <a:pt x="666550" y="0"/>
                    <a:pt x="930393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5934080" y="1506469"/>
              <a:ext cx="45719" cy="8063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/>
            <p:cNvSpPr/>
            <p:nvPr/>
          </p:nvSpPr>
          <p:spPr>
            <a:xfrm>
              <a:off x="6213016" y="1506469"/>
              <a:ext cx="45719" cy="8063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/>
            <p:cNvCxnSpPr/>
            <p:nvPr/>
          </p:nvCxnSpPr>
          <p:spPr>
            <a:xfrm flipV="1">
              <a:off x="5913680" y="1440451"/>
              <a:ext cx="86518" cy="2381"/>
            </a:xfrm>
            <a:prstGeom prst="line">
              <a:avLst/>
            </a:prstGeom>
            <a:ln w="158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 flipH="1" flipV="1">
              <a:off x="6192616" y="1438070"/>
              <a:ext cx="86518" cy="2381"/>
            </a:xfrm>
            <a:prstGeom prst="line">
              <a:avLst/>
            </a:prstGeom>
            <a:ln w="158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 flipV="1">
              <a:off x="6050926" y="1715880"/>
              <a:ext cx="86518" cy="0"/>
            </a:xfrm>
            <a:prstGeom prst="line">
              <a:avLst/>
            </a:prstGeom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그룹 94"/>
          <p:cNvGrpSpPr/>
          <p:nvPr/>
        </p:nvGrpSpPr>
        <p:grpSpPr>
          <a:xfrm>
            <a:off x="5818897" y="1576355"/>
            <a:ext cx="554205" cy="283801"/>
            <a:chOff x="5818346" y="2079762"/>
            <a:chExt cx="554205" cy="283801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5818346" y="2079762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>
              <a:off x="6095448" y="2079762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>
              <a:off x="6372551" y="2079762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5818346" y="2280024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6096000" y="2280024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>
              <a:off x="6372551" y="2280024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" name="그룹 1032"/>
          <p:cNvGrpSpPr/>
          <p:nvPr/>
        </p:nvGrpSpPr>
        <p:grpSpPr>
          <a:xfrm>
            <a:off x="4319588" y="3776322"/>
            <a:ext cx="3532188" cy="65881"/>
            <a:chOff x="4319588" y="3522431"/>
            <a:chExt cx="3532188" cy="65881"/>
          </a:xfrm>
        </p:grpSpPr>
        <p:sp>
          <p:nvSpPr>
            <p:cNvPr id="1024" name="직사각형 1023"/>
            <p:cNvSpPr/>
            <p:nvPr/>
          </p:nvSpPr>
          <p:spPr>
            <a:xfrm>
              <a:off x="4648994" y="3522431"/>
              <a:ext cx="65881" cy="658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27" name="직선 연결선 1026"/>
            <p:cNvCxnSpPr/>
            <p:nvPr/>
          </p:nvCxnSpPr>
          <p:spPr>
            <a:xfrm>
              <a:off x="4775994" y="3555371"/>
              <a:ext cx="747713" cy="0"/>
            </a:xfrm>
            <a:prstGeom prst="line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직사각형 104"/>
            <p:cNvSpPr/>
            <p:nvPr/>
          </p:nvSpPr>
          <p:spPr>
            <a:xfrm>
              <a:off x="5584826" y="3522431"/>
              <a:ext cx="65881" cy="658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" name="직선 연결선 105"/>
            <p:cNvCxnSpPr/>
            <p:nvPr/>
          </p:nvCxnSpPr>
          <p:spPr>
            <a:xfrm>
              <a:off x="5711826" y="3555371"/>
              <a:ext cx="747713" cy="0"/>
            </a:xfrm>
            <a:prstGeom prst="line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직사각형 106"/>
            <p:cNvSpPr/>
            <p:nvPr/>
          </p:nvSpPr>
          <p:spPr>
            <a:xfrm>
              <a:off x="6520658" y="3522431"/>
              <a:ext cx="65881" cy="658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8" name="직선 연결선 107"/>
            <p:cNvCxnSpPr/>
            <p:nvPr/>
          </p:nvCxnSpPr>
          <p:spPr>
            <a:xfrm>
              <a:off x="6647658" y="3555371"/>
              <a:ext cx="747713" cy="0"/>
            </a:xfrm>
            <a:prstGeom prst="line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108"/>
            <p:cNvSpPr/>
            <p:nvPr/>
          </p:nvSpPr>
          <p:spPr>
            <a:xfrm>
              <a:off x="7456490" y="3522431"/>
              <a:ext cx="65881" cy="658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2" name="직선 연결선 111"/>
            <p:cNvCxnSpPr/>
            <p:nvPr/>
          </p:nvCxnSpPr>
          <p:spPr>
            <a:xfrm>
              <a:off x="4319588" y="3555371"/>
              <a:ext cx="268287" cy="0"/>
            </a:xfrm>
            <a:prstGeom prst="line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/>
            <p:cNvCxnSpPr/>
            <p:nvPr/>
          </p:nvCxnSpPr>
          <p:spPr>
            <a:xfrm>
              <a:off x="7583489" y="3555371"/>
              <a:ext cx="268287" cy="0"/>
            </a:xfrm>
            <a:prstGeom prst="line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/>
          <p:cNvSpPr txBox="1"/>
          <p:nvPr/>
        </p:nvSpPr>
        <p:spPr>
          <a:xfrm>
            <a:off x="4317721" y="1966343"/>
            <a:ext cx="3556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SSAFY 3th 10</a:t>
            </a:r>
            <a:r>
              <a:rPr lang="ko-KR" altLang="en-US" sz="2400" dirty="0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 </a:t>
            </a:r>
            <a:r>
              <a:rPr lang="en-US" altLang="ko-KR" sz="2400" dirty="0" err="1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ProJecT</a:t>
            </a:r>
            <a:endParaRPr lang="en-US" altLang="ko-KR" sz="2400" dirty="0" smtClean="0">
              <a:solidFill>
                <a:srgbClr val="0080C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/>
            <a:r>
              <a:rPr lang="ko-KR" altLang="en-US" sz="2400" dirty="0" err="1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박석우</a:t>
            </a:r>
            <a:r>
              <a:rPr lang="ko-KR" altLang="en-US" sz="2400" dirty="0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없는 </a:t>
            </a:r>
            <a:r>
              <a:rPr lang="ko-KR" altLang="en-US" sz="2400" dirty="0" err="1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박석우</a:t>
            </a:r>
            <a:r>
              <a:rPr lang="ko-KR" altLang="en-US" sz="2400" dirty="0" smtClean="0">
                <a:solidFill>
                  <a:srgbClr val="008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조</a:t>
            </a:r>
            <a:endParaRPr lang="ko-KR" altLang="en-US" sz="2400" dirty="0">
              <a:solidFill>
                <a:srgbClr val="0080C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777149" y="4180344"/>
            <a:ext cx="371673" cy="1385285"/>
            <a:chOff x="4686298" y="4203493"/>
            <a:chExt cx="371673" cy="1385285"/>
          </a:xfrm>
        </p:grpSpPr>
        <p:sp>
          <p:nvSpPr>
            <p:cNvPr id="92" name="TextBox 91"/>
            <p:cNvSpPr txBox="1"/>
            <p:nvPr/>
          </p:nvSpPr>
          <p:spPr>
            <a:xfrm>
              <a:off x="4873240" y="5127113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686298" y="4462536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70848" y="4203493"/>
              <a:ext cx="18473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  <a:p>
              <a:endPara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  <a:p>
              <a:endPara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3802057" y="4319134"/>
            <a:ext cx="48905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Team Leader : </a:t>
            </a: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차동우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Project Manager : 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박선영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Backend : </a:t>
            </a: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서상원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차동우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FrontEnd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: 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박선영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김수민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신혜민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133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3039139" y="1087697"/>
            <a:ext cx="6110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코딩을 시작하려는 모든 이들을 대상으로 하자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3" name="자유형 22"/>
          <p:cNvSpPr/>
          <p:nvPr/>
        </p:nvSpPr>
        <p:spPr>
          <a:xfrm>
            <a:off x="5619222" y="418846"/>
            <a:ext cx="953556" cy="592682"/>
          </a:xfrm>
          <a:custGeom>
            <a:avLst/>
            <a:gdLst>
              <a:gd name="connsiteX0" fmla="*/ 930393 w 2338433"/>
              <a:gd name="connsiteY0" fmla="*/ 0 h 1453450"/>
              <a:gd name="connsiteX1" fmla="*/ 1343233 w 2338433"/>
              <a:gd name="connsiteY1" fmla="*/ 200811 h 1453450"/>
              <a:gd name="connsiteX2" fmla="*/ 1343759 w 2338433"/>
              <a:gd name="connsiteY2" fmla="*/ 201579 h 1453450"/>
              <a:gd name="connsiteX3" fmla="*/ 1410933 w 2338433"/>
              <a:gd name="connsiteY3" fmla="*/ 181323 h 1453450"/>
              <a:gd name="connsiteX4" fmla="*/ 1502025 w 2338433"/>
              <a:gd name="connsiteY4" fmla="*/ 172402 h 1453450"/>
              <a:gd name="connsiteX5" fmla="*/ 1918498 w 2338433"/>
              <a:gd name="connsiteY5" fmla="*/ 440573 h 1453450"/>
              <a:gd name="connsiteX6" fmla="*/ 1935152 w 2338433"/>
              <a:gd name="connsiteY6" fmla="*/ 492690 h 1453450"/>
              <a:gd name="connsiteX7" fmla="*/ 1986659 w 2338433"/>
              <a:gd name="connsiteY7" fmla="*/ 497939 h 1453450"/>
              <a:gd name="connsiteX8" fmla="*/ 2338433 w 2338433"/>
              <a:gd name="connsiteY8" fmla="*/ 934238 h 1453450"/>
              <a:gd name="connsiteX9" fmla="*/ 1986659 w 2338433"/>
              <a:gd name="connsiteY9" fmla="*/ 1370537 h 1453450"/>
              <a:gd name="connsiteX10" fmla="*/ 1985611 w 2338433"/>
              <a:gd name="connsiteY10" fmla="*/ 1370644 h 1453450"/>
              <a:gd name="connsiteX11" fmla="*/ 1964182 w 2338433"/>
              <a:gd name="connsiteY11" fmla="*/ 1377839 h 1453450"/>
              <a:gd name="connsiteX12" fmla="*/ 1183909 w 2338433"/>
              <a:gd name="connsiteY12" fmla="*/ 1453450 h 1453450"/>
              <a:gd name="connsiteX13" fmla="*/ 316879 w 2338433"/>
              <a:gd name="connsiteY13" fmla="*/ 1348708 h 1453450"/>
              <a:gd name="connsiteX14" fmla="*/ 298858 w 2338433"/>
              <a:gd name="connsiteY14" fmla="*/ 1338128 h 1453450"/>
              <a:gd name="connsiteX15" fmla="*/ 282021 w 2338433"/>
              <a:gd name="connsiteY15" fmla="*/ 1333491 h 1453450"/>
              <a:gd name="connsiteX16" fmla="*/ 0 w 2338433"/>
              <a:gd name="connsiteY16" fmla="*/ 956039 h 1453450"/>
              <a:gd name="connsiteX17" fmla="*/ 368698 w 2338433"/>
              <a:gd name="connsiteY17" fmla="*/ 554718 h 1453450"/>
              <a:gd name="connsiteX18" fmla="*/ 387069 w 2338433"/>
              <a:gd name="connsiteY18" fmla="*/ 553075 h 1453450"/>
              <a:gd name="connsiteX19" fmla="*/ 395507 w 2338433"/>
              <a:gd name="connsiteY19" fmla="*/ 463983 h 1453450"/>
              <a:gd name="connsiteX20" fmla="*/ 930393 w 2338433"/>
              <a:gd name="connsiteY20" fmla="*/ 0 h 145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338433" h="1453450">
                <a:moveTo>
                  <a:pt x="930393" y="0"/>
                </a:moveTo>
                <a:cubicBezTo>
                  <a:pt x="1095295" y="0"/>
                  <a:pt x="1243122" y="77808"/>
                  <a:pt x="1343233" y="200811"/>
                </a:cubicBezTo>
                <a:lnTo>
                  <a:pt x="1343759" y="201579"/>
                </a:lnTo>
                <a:lnTo>
                  <a:pt x="1410933" y="181323"/>
                </a:lnTo>
                <a:cubicBezTo>
                  <a:pt x="1440356" y="175474"/>
                  <a:pt x="1470822" y="172402"/>
                  <a:pt x="1502025" y="172402"/>
                </a:cubicBezTo>
                <a:cubicBezTo>
                  <a:pt x="1689247" y="172402"/>
                  <a:pt x="1849882" y="282980"/>
                  <a:pt x="1918498" y="440573"/>
                </a:cubicBezTo>
                <a:lnTo>
                  <a:pt x="1935152" y="492690"/>
                </a:lnTo>
                <a:lnTo>
                  <a:pt x="1986659" y="497939"/>
                </a:lnTo>
                <a:cubicBezTo>
                  <a:pt x="2187416" y="539466"/>
                  <a:pt x="2338433" y="719025"/>
                  <a:pt x="2338433" y="934238"/>
                </a:cubicBezTo>
                <a:cubicBezTo>
                  <a:pt x="2338433" y="1149451"/>
                  <a:pt x="2187416" y="1329010"/>
                  <a:pt x="1986659" y="1370537"/>
                </a:cubicBezTo>
                <a:lnTo>
                  <a:pt x="1985611" y="1370644"/>
                </a:lnTo>
                <a:lnTo>
                  <a:pt x="1964182" y="1377839"/>
                </a:lnTo>
                <a:cubicBezTo>
                  <a:pt x="1795082" y="1423458"/>
                  <a:pt x="1508713" y="1453450"/>
                  <a:pt x="1183909" y="1453450"/>
                </a:cubicBezTo>
                <a:cubicBezTo>
                  <a:pt x="794144" y="1453450"/>
                  <a:pt x="459727" y="1410261"/>
                  <a:pt x="316879" y="1348708"/>
                </a:cubicBezTo>
                <a:lnTo>
                  <a:pt x="298858" y="1338128"/>
                </a:lnTo>
                <a:lnTo>
                  <a:pt x="282021" y="1333491"/>
                </a:lnTo>
                <a:cubicBezTo>
                  <a:pt x="116289" y="1271304"/>
                  <a:pt x="0" y="1125719"/>
                  <a:pt x="0" y="956039"/>
                </a:cubicBezTo>
                <a:cubicBezTo>
                  <a:pt x="0" y="758079"/>
                  <a:pt x="158282" y="592915"/>
                  <a:pt x="368698" y="554718"/>
                </a:cubicBezTo>
                <a:lnTo>
                  <a:pt x="387069" y="553075"/>
                </a:lnTo>
                <a:lnTo>
                  <a:pt x="395507" y="463983"/>
                </a:lnTo>
                <a:cubicBezTo>
                  <a:pt x="446418" y="199189"/>
                  <a:pt x="666550" y="0"/>
                  <a:pt x="93039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45997" y="59236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300" dirty="0" smtClean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01</a:t>
            </a:r>
            <a:endParaRPr lang="ko-KR" altLang="en-US" b="1" spc="3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46888" y="1538741"/>
            <a:ext cx="6901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코딩을 배워보고 싶은데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시작하기에 좋은 블로그가 없을까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 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구현하고 싶은 아이디어는 무슨 기술 스택을 필요로 할까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협업 시에 기술 트랙이 달라서 무언가를 배워서 적용해야 할 때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참고할만한 블로그가 없다</a:t>
            </a:r>
            <a:endParaRPr lang="ko-KR" altLang="en-US" sz="1600" dirty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745833" y="2808753"/>
            <a:ext cx="4697580" cy="83539"/>
            <a:chOff x="3827378" y="2351849"/>
            <a:chExt cx="4697580" cy="83539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3827378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4104480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4381583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4656053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4933155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>
              <a:off x="5210258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5484728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>
              <a:off x="5761830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>
              <a:off x="6038933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6313403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>
              <a:off x="6590505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/>
            <p:nvPr/>
          </p:nvCxnSpPr>
          <p:spPr>
            <a:xfrm>
              <a:off x="6867608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7142078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7419180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7696283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>
              <a:off x="7970753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/>
            <p:cNvCxnSpPr/>
            <p:nvPr/>
          </p:nvCxnSpPr>
          <p:spPr>
            <a:xfrm>
              <a:off x="8247855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>
              <a:off x="8524958" y="2351849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1860857" y="3163622"/>
            <a:ext cx="8397262" cy="2543758"/>
            <a:chOff x="2568078" y="3354122"/>
            <a:chExt cx="6982819" cy="2115285"/>
          </a:xfrm>
        </p:grpSpPr>
        <p:sp>
          <p:nvSpPr>
            <p:cNvPr id="4" name="막힌 원호 3"/>
            <p:cNvSpPr/>
            <p:nvPr/>
          </p:nvSpPr>
          <p:spPr>
            <a:xfrm>
              <a:off x="2570401" y="3354122"/>
              <a:ext cx="1511581" cy="1511581"/>
            </a:xfrm>
            <a:prstGeom prst="blockArc">
              <a:avLst>
                <a:gd name="adj1" fmla="val 10800000"/>
                <a:gd name="adj2" fmla="val 166580"/>
                <a:gd name="adj3" fmla="val 9467"/>
              </a:avLst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0" name="막힌 원호 79"/>
            <p:cNvSpPr/>
            <p:nvPr/>
          </p:nvSpPr>
          <p:spPr>
            <a:xfrm flipV="1">
              <a:off x="3934087" y="3957826"/>
              <a:ext cx="1511581" cy="1511581"/>
            </a:xfrm>
            <a:prstGeom prst="blockArc">
              <a:avLst>
                <a:gd name="adj1" fmla="val 10800000"/>
                <a:gd name="adj2" fmla="val 166580"/>
                <a:gd name="adj3" fmla="val 9467"/>
              </a:avLst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1" name="막힌 원호 80"/>
            <p:cNvSpPr/>
            <p:nvPr/>
          </p:nvSpPr>
          <p:spPr>
            <a:xfrm>
              <a:off x="5302931" y="3354122"/>
              <a:ext cx="1511581" cy="1511581"/>
            </a:xfrm>
            <a:prstGeom prst="blockArc">
              <a:avLst>
                <a:gd name="adj1" fmla="val 10800000"/>
                <a:gd name="adj2" fmla="val 166580"/>
                <a:gd name="adj3" fmla="val 9467"/>
              </a:avLst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2" name="막힌 원호 81"/>
            <p:cNvSpPr/>
            <p:nvPr/>
          </p:nvSpPr>
          <p:spPr>
            <a:xfrm flipV="1">
              <a:off x="6672934" y="3957826"/>
              <a:ext cx="1511581" cy="1511581"/>
            </a:xfrm>
            <a:prstGeom prst="blockArc">
              <a:avLst>
                <a:gd name="adj1" fmla="val 10800000"/>
                <a:gd name="adj2" fmla="val 166580"/>
                <a:gd name="adj3" fmla="val 9467"/>
              </a:avLst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3" name="막힌 원호 82"/>
            <p:cNvSpPr/>
            <p:nvPr/>
          </p:nvSpPr>
          <p:spPr>
            <a:xfrm>
              <a:off x="8039316" y="3354122"/>
              <a:ext cx="1511581" cy="1511581"/>
            </a:xfrm>
            <a:prstGeom prst="blockArc">
              <a:avLst>
                <a:gd name="adj1" fmla="val 10800000"/>
                <a:gd name="adj2" fmla="val 166580"/>
                <a:gd name="adj3" fmla="val 9467"/>
              </a:avLst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936921" y="4139546"/>
              <a:ext cx="145061" cy="656499"/>
            </a:xfrm>
            <a:prstGeom prst="rect">
              <a:avLst/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2568078" y="4107079"/>
              <a:ext cx="147894" cy="705869"/>
            </a:xfrm>
            <a:prstGeom prst="rect">
              <a:avLst/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5304092" y="4059384"/>
              <a:ext cx="141577" cy="705869"/>
            </a:xfrm>
            <a:prstGeom prst="rect">
              <a:avLst/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8040614" y="4090175"/>
              <a:ext cx="143900" cy="624550"/>
            </a:xfrm>
            <a:prstGeom prst="rect">
              <a:avLst/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6672934" y="4059384"/>
              <a:ext cx="141577" cy="705869"/>
            </a:xfrm>
            <a:prstGeom prst="rect">
              <a:avLst/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406485" y="4139546"/>
              <a:ext cx="139256" cy="625707"/>
            </a:xfrm>
            <a:prstGeom prst="rect">
              <a:avLst/>
            </a:prstGeom>
            <a:solidFill>
              <a:srgbClr val="EA58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919" y="4641298"/>
            <a:ext cx="557956" cy="55795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813" y="3640525"/>
            <a:ext cx="539816" cy="5398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15" y="3617975"/>
            <a:ext cx="562366" cy="56236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629" y="4636888"/>
            <a:ext cx="562366" cy="56236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719" y="3617975"/>
            <a:ext cx="562366" cy="56236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2170028" y="4349521"/>
            <a:ext cx="1186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01.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블로그 포스팅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250980" y="4587463"/>
            <a:ext cx="102463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00" dirty="0" err="1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카테고리별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회고록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기술 포스팅 정리</a:t>
            </a:r>
            <a:endParaRPr lang="ko-KR" altLang="en-US" sz="900" dirty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722563" y="3841291"/>
            <a:ext cx="1380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02.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댓글 평가 시스템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828357" y="4099696"/>
            <a:ext cx="116891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커리큘럼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900" dirty="0" err="1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게시글에</a:t>
            </a:r>
            <a:endParaRPr lang="en-US" altLang="ko-KR" sz="900" dirty="0" smtClean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좋아요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댓글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공유 기능</a:t>
            </a:r>
            <a:endParaRPr lang="ko-KR" altLang="en-US" sz="900" dirty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159223" y="3841291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04.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커리큘럼 제공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214524" y="4099696"/>
            <a:ext cx="108074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기초부터 심화까지</a:t>
            </a:r>
            <a:endParaRPr lang="en-US" altLang="ko-KR" sz="900" dirty="0" smtClean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검증된 커리큘럼 제공</a:t>
            </a:r>
            <a:endParaRPr lang="ko-KR" altLang="en-US" sz="900" dirty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326791" y="4349521"/>
            <a:ext cx="1463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03.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블로그 통계치 제공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443811" y="4587463"/>
            <a:ext cx="1229824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블로그 내 검색 키워드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좋아요 수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900" dirty="0" err="1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게시글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조회수</a:t>
            </a:r>
            <a:endParaRPr lang="en-US" altLang="ko-KR" sz="900" dirty="0" smtClean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통계치 제공</a:t>
            </a:r>
            <a:endParaRPr lang="ko-KR" altLang="en-US" sz="900" dirty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671077" y="4349521"/>
            <a:ext cx="1351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05.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기술 블로그 소개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780081" y="4587463"/>
            <a:ext cx="113364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특정 기술 블로그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pPr algn="ctr">
              <a:lnSpc>
                <a:spcPct val="120000"/>
              </a:lnSpc>
            </a:pP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인기 블로그 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URL 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  <a:alpha val="86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제공</a:t>
            </a:r>
            <a:endParaRPr lang="en-US" altLang="ko-KR" sz="900" dirty="0" smtClean="0">
              <a:solidFill>
                <a:schemeClr val="tx1">
                  <a:lumMod val="85000"/>
                  <a:lumOff val="15000"/>
                  <a:alpha val="86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08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194378" y="1117515"/>
            <a:ext cx="18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이번주 결과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3" name="자유형 22"/>
          <p:cNvSpPr/>
          <p:nvPr/>
        </p:nvSpPr>
        <p:spPr>
          <a:xfrm>
            <a:off x="5619222" y="418846"/>
            <a:ext cx="953556" cy="592682"/>
          </a:xfrm>
          <a:custGeom>
            <a:avLst/>
            <a:gdLst>
              <a:gd name="connsiteX0" fmla="*/ 930393 w 2338433"/>
              <a:gd name="connsiteY0" fmla="*/ 0 h 1453450"/>
              <a:gd name="connsiteX1" fmla="*/ 1343233 w 2338433"/>
              <a:gd name="connsiteY1" fmla="*/ 200811 h 1453450"/>
              <a:gd name="connsiteX2" fmla="*/ 1343759 w 2338433"/>
              <a:gd name="connsiteY2" fmla="*/ 201579 h 1453450"/>
              <a:gd name="connsiteX3" fmla="*/ 1410933 w 2338433"/>
              <a:gd name="connsiteY3" fmla="*/ 181323 h 1453450"/>
              <a:gd name="connsiteX4" fmla="*/ 1502025 w 2338433"/>
              <a:gd name="connsiteY4" fmla="*/ 172402 h 1453450"/>
              <a:gd name="connsiteX5" fmla="*/ 1918498 w 2338433"/>
              <a:gd name="connsiteY5" fmla="*/ 440573 h 1453450"/>
              <a:gd name="connsiteX6" fmla="*/ 1935152 w 2338433"/>
              <a:gd name="connsiteY6" fmla="*/ 492690 h 1453450"/>
              <a:gd name="connsiteX7" fmla="*/ 1986659 w 2338433"/>
              <a:gd name="connsiteY7" fmla="*/ 497939 h 1453450"/>
              <a:gd name="connsiteX8" fmla="*/ 2338433 w 2338433"/>
              <a:gd name="connsiteY8" fmla="*/ 934238 h 1453450"/>
              <a:gd name="connsiteX9" fmla="*/ 1986659 w 2338433"/>
              <a:gd name="connsiteY9" fmla="*/ 1370537 h 1453450"/>
              <a:gd name="connsiteX10" fmla="*/ 1985611 w 2338433"/>
              <a:gd name="connsiteY10" fmla="*/ 1370644 h 1453450"/>
              <a:gd name="connsiteX11" fmla="*/ 1964182 w 2338433"/>
              <a:gd name="connsiteY11" fmla="*/ 1377839 h 1453450"/>
              <a:gd name="connsiteX12" fmla="*/ 1183909 w 2338433"/>
              <a:gd name="connsiteY12" fmla="*/ 1453450 h 1453450"/>
              <a:gd name="connsiteX13" fmla="*/ 316879 w 2338433"/>
              <a:gd name="connsiteY13" fmla="*/ 1348708 h 1453450"/>
              <a:gd name="connsiteX14" fmla="*/ 298858 w 2338433"/>
              <a:gd name="connsiteY14" fmla="*/ 1338128 h 1453450"/>
              <a:gd name="connsiteX15" fmla="*/ 282021 w 2338433"/>
              <a:gd name="connsiteY15" fmla="*/ 1333491 h 1453450"/>
              <a:gd name="connsiteX16" fmla="*/ 0 w 2338433"/>
              <a:gd name="connsiteY16" fmla="*/ 956039 h 1453450"/>
              <a:gd name="connsiteX17" fmla="*/ 368698 w 2338433"/>
              <a:gd name="connsiteY17" fmla="*/ 554718 h 1453450"/>
              <a:gd name="connsiteX18" fmla="*/ 387069 w 2338433"/>
              <a:gd name="connsiteY18" fmla="*/ 553075 h 1453450"/>
              <a:gd name="connsiteX19" fmla="*/ 395507 w 2338433"/>
              <a:gd name="connsiteY19" fmla="*/ 463983 h 1453450"/>
              <a:gd name="connsiteX20" fmla="*/ 930393 w 2338433"/>
              <a:gd name="connsiteY20" fmla="*/ 0 h 145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338433" h="1453450">
                <a:moveTo>
                  <a:pt x="930393" y="0"/>
                </a:moveTo>
                <a:cubicBezTo>
                  <a:pt x="1095295" y="0"/>
                  <a:pt x="1243122" y="77808"/>
                  <a:pt x="1343233" y="200811"/>
                </a:cubicBezTo>
                <a:lnTo>
                  <a:pt x="1343759" y="201579"/>
                </a:lnTo>
                <a:lnTo>
                  <a:pt x="1410933" y="181323"/>
                </a:lnTo>
                <a:cubicBezTo>
                  <a:pt x="1440356" y="175474"/>
                  <a:pt x="1470822" y="172402"/>
                  <a:pt x="1502025" y="172402"/>
                </a:cubicBezTo>
                <a:cubicBezTo>
                  <a:pt x="1689247" y="172402"/>
                  <a:pt x="1849882" y="282980"/>
                  <a:pt x="1918498" y="440573"/>
                </a:cubicBezTo>
                <a:lnTo>
                  <a:pt x="1935152" y="492690"/>
                </a:lnTo>
                <a:lnTo>
                  <a:pt x="1986659" y="497939"/>
                </a:lnTo>
                <a:cubicBezTo>
                  <a:pt x="2187416" y="539466"/>
                  <a:pt x="2338433" y="719025"/>
                  <a:pt x="2338433" y="934238"/>
                </a:cubicBezTo>
                <a:cubicBezTo>
                  <a:pt x="2338433" y="1149451"/>
                  <a:pt x="2187416" y="1329010"/>
                  <a:pt x="1986659" y="1370537"/>
                </a:cubicBezTo>
                <a:lnTo>
                  <a:pt x="1985611" y="1370644"/>
                </a:lnTo>
                <a:lnTo>
                  <a:pt x="1964182" y="1377839"/>
                </a:lnTo>
                <a:cubicBezTo>
                  <a:pt x="1795082" y="1423458"/>
                  <a:pt x="1508713" y="1453450"/>
                  <a:pt x="1183909" y="1453450"/>
                </a:cubicBezTo>
                <a:cubicBezTo>
                  <a:pt x="794144" y="1453450"/>
                  <a:pt x="459727" y="1410261"/>
                  <a:pt x="316879" y="1348708"/>
                </a:cubicBezTo>
                <a:lnTo>
                  <a:pt x="298858" y="1338128"/>
                </a:lnTo>
                <a:lnTo>
                  <a:pt x="282021" y="1333491"/>
                </a:lnTo>
                <a:cubicBezTo>
                  <a:pt x="116289" y="1271304"/>
                  <a:pt x="0" y="1125719"/>
                  <a:pt x="0" y="956039"/>
                </a:cubicBezTo>
                <a:cubicBezTo>
                  <a:pt x="0" y="758079"/>
                  <a:pt x="158282" y="592915"/>
                  <a:pt x="368698" y="554718"/>
                </a:cubicBezTo>
                <a:lnTo>
                  <a:pt x="387069" y="553075"/>
                </a:lnTo>
                <a:lnTo>
                  <a:pt x="395507" y="463983"/>
                </a:lnTo>
                <a:cubicBezTo>
                  <a:pt x="446418" y="199189"/>
                  <a:pt x="666550" y="0"/>
                  <a:pt x="93039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832372" y="592368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3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</a:t>
            </a:r>
            <a:endParaRPr lang="ko-KR" altLang="en-US" b="1" spc="3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96977" y="1623613"/>
            <a:ext cx="11514048" cy="47854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3499" y="1623611"/>
            <a:ext cx="11517525" cy="69204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4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커리큘럼</a:t>
            </a:r>
            <a:endParaRPr lang="ko-KR" altLang="en-US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AutoShape 6" descr="data:image/png;base64,iVBORw0KGgoAAAANSUhEUgAAAHEAAACgCAMAAAAMwnNoAAAAwFBMVEX///8mTeQpZfHr6+sAAACZpvAIP+MoW+wiS+QmUeYfSeQAVfDw8Ov39/gZRuQAOuT59+vn5+pxg+bg4urz9v5GYuVRUVGysrIjYvF7mfXc3NxERES9vb1HdvKioqJ9fX2Tk5MwMDCIiIgANOJvb2/m6fsAK+F/kOzS2/va3vnt7/zb3eqNnO8AT/A8WuWPp/ZrgOqlsPG6wvHI0/pVbuhfX18jIyNddOjM0e2stelcg/OxwfhwjvI1a/G8w+qnuffAd/2KAAAHvElEQVR4nO2be3+aSBiFUZfh6mAUW9M024vBK6EqbjUx6vf/VgsIAzPvwAgSdve3OX8yhKe84PEcsJKUq89/MPoWbPzEbvwiSV/ZbQ/5By3UB/H/TvxRF/EpJX6++xKrS4ifyLa724hPnVh3nZT4889EHUJ8INs+30ikNjYx1QrEG++cD+L7E//6kShD/J1s+10L8eFnovCm75DPygMhdpNt3a+1EFOFnvP9W6LfhPiFbPvrHYgPDVxHmvgvdfIPYr6+fGf0Ndj49InWQ0h8YDY+CY9dQl1WuRs/9KEP/QckN6y15KFGZW2lld5qUngqTXGjRORKLmqWuJbWDRM30qZh4kk6NUvEvjRr9F5VW3NprqqV/lYrp4SoOZKjVSMq7TJSEqK3kGyvSaI+DIx1WO1CliMmU/0HiLuAuGuSiN8CYkVjrUYMbFWqaqwVieuAeG6AOEr+ytoExJPVIHE8C4izcZNEJyA6DRATA2ihiNjAvUpMTlkExIVSyeYqEfWhHRBtjulYYj0bYhFiajkREZoOHtwJZYs1UwBxFWVkmB/x0uyIdEUP9gExyI4S1+bQvhbihhDJqbjRgguI+FQL8QyIkclJnPyIX2ohyoBoHaKFAySuayG6kOhHCz4wHezWQnwbxcDU5ObRArQ5PK2F+AqIEztasCeAuBICryB2HxMisdVJvASI+rYOog1MrjWOl8BUVa8WosESVS1eglaO6iAunoGRb+OlLbC58V0NxDkhEpPrx0t9YDrjpSmSECj5BktEbrwE0xze9UWa3kPNKeIBEtfxEqcm61gkbaSwMmgiNDm0Sf4xVfIjJwNEkSLVPdkluTMJsVIx5xHpu4mYHCHqfnKJq2QrHpG+c4DJhQU5vo2r1GRIHB0pYBcSNSdec6qkOQ7xlSIugK2qnh2vVarJkKjcU0TnmCxQdfWiKqWVQ/xFEeftAiK0uUrEM0WE2RGvyGKV54+QaGwoIjS5ODuGqlKTOUSfIm6gyclkUa5gAZypzigiyY5pXT2QxQMsraoukDJi1aZt9RckpkPwAVH1hgI9Ar06FDE3yUU3Mic/9gSSRHoERCv9J3Hy46p3awZogySnZ4jg06EPbyaSWyv7FDDRAtic2rqVaAOivrXTVWg6WJTKRUQHEnfp33Q5NVmU5kRETkHuZ5b7nJp8IzG3IF8EbQ6LarKIeMgryBdVqMkiYm5BvqhCTRYROQU5+92yATaH5RuJ94A4zjo9fBoorMkiIrTVSdZ3K9RkETG3IF8Ea7K+GhRrwcqmgN1jbkG+CBBbmuDb6sh+WbnUAaHJqYjagRMC1GIpbfr7mMmONqyrHrWDVzpbsalDkakDOpC4o3bYlc5WgLimDjiDSe6N2uHtduKBOiAnydEXmpfmqMsmJtLZ8UyIyR8gegjl3yazRCMnyaVEegicp4HyYJlq8MKOHZwjU5BBXcV0ZIc1OUhzGYcx9+wO4ByFBZkO0PBtMu5TSWcpIgoLskaPfd5i7w19RxurgMgUZHsHifTY4UsP5mlgT0QUF2R67LAm60MqW/XYF9wMUaE/34UF+SJQk1WPylY9NmCyRKYgj4REkFhVjSaucDGRKcjQ5FYMkT1gmOayRJONewzRoD/fBU8BE8GngYgmsj7IEmmTK3gKmAjanEXlR/NlrBYQRwb9+V6DfGxtGCKsyYh+6bHseyrCXKKitB9/5TwFTOuqzxBhTUZMfuyZ+3XfGmNdzRJHxvPo/uAwRysuyBdxavIUFDrTNPfyTrOwGhFHinF8OwNaKFiQEbufAzMytyabZmd5mno6MsJRzhY8XKD0AsdHU1uACI01tyabPXO5duEoMyIGwCvIF5WtycVP5heAmC3IF8GarOqFqbwwkzuQyFoO993uoDJRUJAv4tTkfWWiD+vqFOxUtiYXEmFdxTLYqWxNLklEZ7gTMFZ9dVqaudACouOTlMMvyBfBmtzCyNutl3d8ag7Rds6vR4MA6Z/J0OL+aEbV0Xg43dz1IJRHtA/3x2eF4LLECXQnB1bIeLg4oMr7AXOqLHHhy0dDoXDt3LoaqZtHjKgIe6uXQSdDzRLtxeHtCGgiIqcm0wPGlrV192Yy4JTou4+GMeLgsraqcoi6+DVLMGBr+7KPLmtEtGfnRzhKDhEkuVBXvmbBqDWcngad8MrdP46MfFqWCJJcKJjm8uar4jFeya+5o8yI+xQwUbmXHrompGWJCJpc6Zce1/3OKtkbvXCIJX8bWJJ44BBLvtu9ikgsB7PZMVTJd7ti4kjRyN46tFVeTb6FGNAyn2+Y5ELBNFeRmD23hKiwuSrUotyPrnOIHFxI9DhASSr3NplHVJScOenvQcylRcQtl7i1ytw7WWIwSt4sifAYZsdQ8/NuElSnskT+lSPS8Xi8KmgMe3eHoup0HTGgFe0bWv5OZmscK9s5rDyMhKeqtAWj1JHu9TfOdf8z0fbl4cS6esAcGrYm2zXPZ4q0mQ7H6IpgwErVLbR1eT56xanO1zsFoTLQKIIdHJ7DXKvFyVUn151qOEpP9m+hkXM99z3BgOMoXQct1mIubzWU832mIqRs1/MacbGcQ98CAw5ObqK7m7wnELdrLq908kgnHKXWP78fLdbCnw5VhFWMtKGc+3ilbs03fW+6KXq8kq+/AeX/GzTOx2+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https://www.notion.so/image/https%3A%2F%2Fs3-us-west-2.amazonaws.com%2Fsecure.notion-static.com%2F3b137a86-be96-432c-a4a4-8cfa310627fc%2FUntitled.png?table=block&amp;id=4637e41b-ebde-468c-82d5-00ae71784bdf&amp;width=2430&amp;cache=v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1" b="73946"/>
          <a:stretch/>
        </p:blipFill>
        <p:spPr bwMode="auto">
          <a:xfrm>
            <a:off x="746107" y="2360087"/>
            <a:ext cx="6027021" cy="3969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994872" y="2564036"/>
            <a:ext cx="4618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전문적인 </a:t>
            </a:r>
            <a:r>
              <a:rPr lang="ko-KR" altLang="en-US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로드맵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탐색</a:t>
            </a:r>
            <a:endParaRPr lang="en-US" altLang="ko-KR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사용할 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API 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탐색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8" name="Picture 4" descr="Obsidian.m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383" y="3772711"/>
            <a:ext cx="4948176" cy="164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64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335052" y="160340"/>
            <a:ext cx="11514048" cy="638333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1574" y="160338"/>
            <a:ext cx="11517525" cy="69204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4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디자인</a:t>
            </a:r>
            <a:endParaRPr lang="ko-KR" altLang="en-US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AutoShape 6" descr="data:image/png;base64,iVBORw0KGgoAAAANSUhEUgAAAHEAAACgCAMAAAAMwnNoAAAAwFBMVEX///8mTeQpZfHr6+sAAACZpvAIP+MoW+wiS+QmUeYfSeQAVfDw8Ov39/gZRuQAOuT59+vn5+pxg+bg4urz9v5GYuVRUVGysrIjYvF7mfXc3NxERES9vb1HdvKioqJ9fX2Tk5MwMDCIiIgANOJvb2/m6fsAK+F/kOzS2/va3vnt7/zb3eqNnO8AT/A8WuWPp/ZrgOqlsPG6wvHI0/pVbuhfX18jIyNddOjM0e2stelcg/OxwfhwjvI1a/G8w+qnuffAd/2KAAAHvElEQVR4nO2be3+aSBiFUZfh6mAUW9M024vBK6EqbjUx6vf/VgsIAzPvwAgSdve3OX8yhKe84PEcsJKUq89/MPoWbPzEbvwiSV/ZbQ/5By3UB/H/TvxRF/EpJX6++xKrS4ifyLa724hPnVh3nZT4889EHUJ8INs+30ikNjYx1QrEG++cD+L7E//6kShD/J1s+10L8eFnovCm75DPygMhdpNt3a+1EFOFnvP9W6LfhPiFbPvrHYgPDVxHmvgvdfIPYr6+fGf0Ndj49InWQ0h8YDY+CY9dQl1WuRs/9KEP/QckN6y15KFGZW2lld5qUngqTXGjRORKLmqWuJbWDRM30qZh4kk6NUvEvjRr9F5VW3NprqqV/lYrp4SoOZKjVSMq7TJSEqK3kGyvSaI+DIx1WO1CliMmU/0HiLuAuGuSiN8CYkVjrUYMbFWqaqwVieuAeG6AOEr+ytoExJPVIHE8C4izcZNEJyA6DRATA2ihiNjAvUpMTlkExIVSyeYqEfWhHRBtjulYYj0bYhFiajkREZoOHtwJZYs1UwBxFWVkmB/x0uyIdEUP9gExyI4S1+bQvhbihhDJqbjRgguI+FQL8QyIkclJnPyIX2ohyoBoHaKFAySuayG6kOhHCz4wHezWQnwbxcDU5ObRArQ5PK2F+AqIEztasCeAuBICryB2HxMisdVJvASI+rYOog1MrjWOl8BUVa8WosESVS1eglaO6iAunoGRb+OlLbC58V0NxDkhEpPrx0t9YDrjpSmSECj5BktEbrwE0xze9UWa3kPNKeIBEtfxEqcm61gkbaSwMmgiNDm0Sf4xVfIjJwNEkSLVPdkluTMJsVIx5xHpu4mYHCHqfnKJq2QrHpG+c4DJhQU5vo2r1GRIHB0pYBcSNSdec6qkOQ7xlSIugK2qnh2vVarJkKjcU0TnmCxQdfWiKqWVQ/xFEeftAiK0uUrEM0WE2RGvyGKV54+QaGwoIjS5ODuGqlKTOUSfIm6gyclkUa5gAZypzigiyY5pXT2QxQMsraoukDJi1aZt9RckpkPwAVH1hgI9Ar06FDE3yUU3Mic/9gSSRHoERCv9J3Hy46p3awZogySnZ4jg06EPbyaSWyv7FDDRAtic2rqVaAOivrXTVWg6WJTKRUQHEnfp33Q5NVmU5kRETkHuZ5b7nJp8IzG3IF8EbQ6LarKIeMgryBdVqMkiYm5BvqhCTRYROQU5+92yATaH5RuJ94A4zjo9fBoorMkiIrTVSdZ3K9RkETG3IF8Ea7K+GhRrwcqmgN1jbkG+CBBbmuDb6sh+WbnUAaHJqYjagRMC1GIpbfr7mMmONqyrHrWDVzpbsalDkakDOpC4o3bYlc5WgLimDjiDSe6N2uHtduKBOiAnydEXmpfmqMsmJtLZ8UyIyR8gegjl3yazRCMnyaVEegicp4HyYJlq8MKOHZwjU5BBXcV0ZIc1OUhzGYcx9+wO4ByFBZkO0PBtMu5TSWcpIgoLskaPfd5i7w19RxurgMgUZHsHifTY4UsP5mlgT0QUF2R67LAm60MqW/XYF9wMUaE/34UF+SJQk1WPylY9NmCyRKYgj4REkFhVjSaucDGRKcjQ5FYMkT1gmOayRJONewzRoD/fBU8BE8GngYgmsj7IEmmTK3gKmAjanEXlR/NlrBYQRwb9+V6DfGxtGCKsyYh+6bHseyrCXKKitB9/5TwFTOuqzxBhTUZMfuyZ+3XfGmNdzRJHxvPo/uAwRysuyBdxavIUFDrTNPfyTrOwGhFHinF8OwNaKFiQEbufAzMytyabZmd5mno6MsJRzhY8XKD0AsdHU1uACI01tyabPXO5duEoMyIGwCvIF5WtycVP5heAmC3IF8GarOqFqbwwkzuQyFoO993uoDJRUJAv4tTkfWWiD+vqFOxUtiYXEmFdxTLYqWxNLklEZ7gTMFZ9dVqaudACouOTlMMvyBfBmtzCyNutl3d8ag7Rds6vR4MA6Z/J0OL+aEbV0Xg43dz1IJRHtA/3x2eF4LLECXQnB1bIeLg4oMr7AXOqLHHhy0dDoXDt3LoaqZtHjKgIe6uXQSdDzRLtxeHtCGgiIqcm0wPGlrV192Yy4JTou4+GMeLgsraqcoi6+DVLMGBr+7KPLmtEtGfnRzhKDhEkuVBXvmbBqDWcngad8MrdP46MfFqWCJJcKJjm8uar4jFeya+5o8yI+xQwUbmXHrompGWJCJpc6Zce1/3OKtkbvXCIJX8bWJJ44BBLvtu9ikgsB7PZMVTJd7ti4kjRyN46tFVeTb6FGNAyn2+Y5ELBNFeRmD23hKiwuSrUotyPrnOIHFxI9DhASSr3NplHVJScOenvQcylRcQtl7i1ytw7WWIwSt4sifAYZsdQ8/NuElSnskT+lSPS8Xi8KmgMe3eHoup0HTGgFe0bWv5OZmscK9s5rDyMhKeqtAWj1JHu9TfOdf8z0fbl4cS6esAcGrYm2zXPZ4q0mQ7H6IpgwErVLbR1eT56xanO1zsFoTLQKIIdHJ7DXKvFyVUn151qOEpP9m+hkXM99z3BgOMoXQct1mIubzWU832mIqRs1/MacbGcQ98CAw5ObqK7m7wnELdrLq908kgnHKXWP78fLdbCnw5VhFWMtKGc+3ilbs03fW+6KXq8kq+/AeX/GzTOx2+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3" y="990204"/>
            <a:ext cx="11027092" cy="518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331574" y="1319514"/>
            <a:ext cx="11514048" cy="524089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7975" y="633679"/>
            <a:ext cx="11517525" cy="69204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4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소셜 로그인</a:t>
            </a:r>
            <a:endParaRPr lang="ko-KR" altLang="en-US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AutoShape 6" descr="data:image/png;base64,iVBORw0KGgoAAAANSUhEUgAAAHEAAACgCAMAAAAMwnNoAAAAwFBMVEX///8mTeQpZfHr6+sAAACZpvAIP+MoW+wiS+QmUeYfSeQAVfDw8Ov39/gZRuQAOuT59+vn5+pxg+bg4urz9v5GYuVRUVGysrIjYvF7mfXc3NxERES9vb1HdvKioqJ9fX2Tk5MwMDCIiIgANOJvb2/m6fsAK+F/kOzS2/va3vnt7/zb3eqNnO8AT/A8WuWPp/ZrgOqlsPG6wvHI0/pVbuhfX18jIyNddOjM0e2stelcg/OxwfhwjvI1a/G8w+qnuffAd/2KAAAHvElEQVR4nO2be3+aSBiFUZfh6mAUW9M024vBK6EqbjUx6vf/VgsIAzPvwAgSdve3OX8yhKe84PEcsJKUq89/MPoWbPzEbvwiSV/ZbQ/5By3UB/H/TvxRF/EpJX6++xKrS4ifyLa724hPnVh3nZT4889EHUJ8INs+30ikNjYx1QrEG++cD+L7E//6kShD/J1s+10L8eFnovCm75DPygMhdpNt3a+1EFOFnvP9W6LfhPiFbPvrHYgPDVxHmvgvdfIPYr6+fGf0Ndj49InWQ0h8YDY+CY9dQl1WuRs/9KEP/QckN6y15KFGZW2lld5qUngqTXGjRORKLmqWuJbWDRM30qZh4kk6NUvEvjRr9F5VW3NprqqV/lYrp4SoOZKjVSMq7TJSEqK3kGyvSaI+DIx1WO1CliMmU/0HiLuAuGuSiN8CYkVjrUYMbFWqaqwVieuAeG6AOEr+ytoExJPVIHE8C4izcZNEJyA6DRATA2ihiNjAvUpMTlkExIVSyeYqEfWhHRBtjulYYj0bYhFiajkREZoOHtwJZYs1UwBxFWVkmB/x0uyIdEUP9gExyI4S1+bQvhbihhDJqbjRgguI+FQL8QyIkclJnPyIX2ohyoBoHaKFAySuayG6kOhHCz4wHezWQnwbxcDU5ObRArQ5PK2F+AqIEztasCeAuBICryB2HxMisdVJvASI+rYOog1MrjWOl8BUVa8WosESVS1eglaO6iAunoGRb+OlLbC58V0NxDkhEpPrx0t9YDrjpSmSECj5BktEbrwE0xze9UWa3kPNKeIBEtfxEqcm61gkbaSwMmgiNDm0Sf4xVfIjJwNEkSLVPdkluTMJsVIx5xHpu4mYHCHqfnKJq2QrHpG+c4DJhQU5vo2r1GRIHB0pYBcSNSdec6qkOQ7xlSIugK2qnh2vVarJkKjcU0TnmCxQdfWiKqWVQ/xFEeftAiK0uUrEM0WE2RGvyGKV54+QaGwoIjS5ODuGqlKTOUSfIm6gyclkUa5gAZypzigiyY5pXT2QxQMsraoukDJi1aZt9RckpkPwAVH1hgI9Ar06FDE3yUU3Mic/9gSSRHoERCv9J3Hy46p3awZogySnZ4jg06EPbyaSWyv7FDDRAtic2rqVaAOivrXTVWg6WJTKRUQHEnfp33Q5NVmU5kRETkHuZ5b7nJp8IzG3IF8EbQ6LarKIeMgryBdVqMkiYm5BvqhCTRYROQU5+92yATaH5RuJ94A4zjo9fBoorMkiIrTVSdZ3K9RkETG3IF8Ea7K+GhRrwcqmgN1jbkG+CBBbmuDb6sh+WbnUAaHJqYjagRMC1GIpbfr7mMmONqyrHrWDVzpbsalDkakDOpC4o3bYlc5WgLimDjiDSe6N2uHtduKBOiAnydEXmpfmqMsmJtLZ8UyIyR8gegjl3yazRCMnyaVEegicp4HyYJlq8MKOHZwjU5BBXcV0ZIc1OUhzGYcx9+wO4ByFBZkO0PBtMu5TSWcpIgoLskaPfd5i7w19RxurgMgUZHsHifTY4UsP5mlgT0QUF2R67LAm60MqW/XYF9wMUaE/34UF+SJQk1WPylY9NmCyRKYgj4REkFhVjSaucDGRKcjQ5FYMkT1gmOayRJONewzRoD/fBU8BE8GngYgmsj7IEmmTK3gKmAjanEXlR/NlrBYQRwb9+V6DfGxtGCKsyYh+6bHseyrCXKKitB9/5TwFTOuqzxBhTUZMfuyZ+3XfGmNdzRJHxvPo/uAwRysuyBdxavIUFDrTNPfyTrOwGhFHinF8OwNaKFiQEbufAzMytyabZmd5mno6MsJRzhY8XKD0AsdHU1uACI01tyabPXO5duEoMyIGwCvIF5WtycVP5heAmC3IF8GarOqFqbwwkzuQyFoO993uoDJRUJAv4tTkfWWiD+vqFOxUtiYXEmFdxTLYqWxNLklEZ7gTMFZ9dVqaudACouOTlMMvyBfBmtzCyNutl3d8ag7Rds6vR4MA6Z/J0OL+aEbV0Xg43dz1IJRHtA/3x2eF4LLECXQnB1bIeLg4oMr7AXOqLHHhy0dDoXDt3LoaqZtHjKgIe6uXQSdDzRLtxeHtCGgiIqcm0wPGlrV192Yy4JTou4+GMeLgsraqcoi6+DVLMGBr+7KPLmtEtGfnRzhKDhEkuVBXvmbBqDWcngad8MrdP46MfFqWCJJcKJjm8uar4jFeya+5o8yI+xQwUbmXHrompGWJCJpc6Zce1/3OKtkbvXCIJX8bWJJ44BBLvtu9ikgsB7PZMVTJd7ti4kjRyN46tFVeTb6FGNAyn2+Y5ELBNFeRmD23hKiwuSrUotyPrnOIHFxI9DhASSr3NplHVJScOenvQcylRcQtl7i1ytw7WWIwSt4sifAYZsdQ8/NuElSnskT+lSPS8Xi8KmgMe3eHoup0HTGgFe0bWv5OZmscK9s5rDyMhKeqtAWj1JHu9TfOdf8z0fbl4cS6esAcGrYm2zXPZ4q0mQ7H6IpgwErVLbR1eT56xanO1zsFoTLQKIIdHJ7DXKvFyVUn151qOEpP9m+hkXM99z3BgOMoXQct1mIubzWU832mIqRs1/MacbGcQ98CAw5ObqK7m7wnELdrLq908kgnHKXWP78fLdbCnw5VhFWMtKGc+3ilbs03fW+6KXq8kq+/AeX/GzTOx2+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66" y="2036621"/>
            <a:ext cx="7966786" cy="37044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52097" y="2138878"/>
            <a:ext cx="1840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카카오</a:t>
            </a:r>
            <a:endParaRPr lang="en-US" altLang="ko-KR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깃허브</a:t>
            </a:r>
            <a:endParaRPr lang="en-US" altLang="ko-KR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네이버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58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48268" y="1117515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향후 계획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3" name="자유형 22"/>
          <p:cNvSpPr/>
          <p:nvPr/>
        </p:nvSpPr>
        <p:spPr>
          <a:xfrm>
            <a:off x="5619222" y="418846"/>
            <a:ext cx="953556" cy="592682"/>
          </a:xfrm>
          <a:custGeom>
            <a:avLst/>
            <a:gdLst>
              <a:gd name="connsiteX0" fmla="*/ 930393 w 2338433"/>
              <a:gd name="connsiteY0" fmla="*/ 0 h 1453450"/>
              <a:gd name="connsiteX1" fmla="*/ 1343233 w 2338433"/>
              <a:gd name="connsiteY1" fmla="*/ 200811 h 1453450"/>
              <a:gd name="connsiteX2" fmla="*/ 1343759 w 2338433"/>
              <a:gd name="connsiteY2" fmla="*/ 201579 h 1453450"/>
              <a:gd name="connsiteX3" fmla="*/ 1410933 w 2338433"/>
              <a:gd name="connsiteY3" fmla="*/ 181323 h 1453450"/>
              <a:gd name="connsiteX4" fmla="*/ 1502025 w 2338433"/>
              <a:gd name="connsiteY4" fmla="*/ 172402 h 1453450"/>
              <a:gd name="connsiteX5" fmla="*/ 1918498 w 2338433"/>
              <a:gd name="connsiteY5" fmla="*/ 440573 h 1453450"/>
              <a:gd name="connsiteX6" fmla="*/ 1935152 w 2338433"/>
              <a:gd name="connsiteY6" fmla="*/ 492690 h 1453450"/>
              <a:gd name="connsiteX7" fmla="*/ 1986659 w 2338433"/>
              <a:gd name="connsiteY7" fmla="*/ 497939 h 1453450"/>
              <a:gd name="connsiteX8" fmla="*/ 2338433 w 2338433"/>
              <a:gd name="connsiteY8" fmla="*/ 934238 h 1453450"/>
              <a:gd name="connsiteX9" fmla="*/ 1986659 w 2338433"/>
              <a:gd name="connsiteY9" fmla="*/ 1370537 h 1453450"/>
              <a:gd name="connsiteX10" fmla="*/ 1985611 w 2338433"/>
              <a:gd name="connsiteY10" fmla="*/ 1370644 h 1453450"/>
              <a:gd name="connsiteX11" fmla="*/ 1964182 w 2338433"/>
              <a:gd name="connsiteY11" fmla="*/ 1377839 h 1453450"/>
              <a:gd name="connsiteX12" fmla="*/ 1183909 w 2338433"/>
              <a:gd name="connsiteY12" fmla="*/ 1453450 h 1453450"/>
              <a:gd name="connsiteX13" fmla="*/ 316879 w 2338433"/>
              <a:gd name="connsiteY13" fmla="*/ 1348708 h 1453450"/>
              <a:gd name="connsiteX14" fmla="*/ 298858 w 2338433"/>
              <a:gd name="connsiteY14" fmla="*/ 1338128 h 1453450"/>
              <a:gd name="connsiteX15" fmla="*/ 282021 w 2338433"/>
              <a:gd name="connsiteY15" fmla="*/ 1333491 h 1453450"/>
              <a:gd name="connsiteX16" fmla="*/ 0 w 2338433"/>
              <a:gd name="connsiteY16" fmla="*/ 956039 h 1453450"/>
              <a:gd name="connsiteX17" fmla="*/ 368698 w 2338433"/>
              <a:gd name="connsiteY17" fmla="*/ 554718 h 1453450"/>
              <a:gd name="connsiteX18" fmla="*/ 387069 w 2338433"/>
              <a:gd name="connsiteY18" fmla="*/ 553075 h 1453450"/>
              <a:gd name="connsiteX19" fmla="*/ 395507 w 2338433"/>
              <a:gd name="connsiteY19" fmla="*/ 463983 h 1453450"/>
              <a:gd name="connsiteX20" fmla="*/ 930393 w 2338433"/>
              <a:gd name="connsiteY20" fmla="*/ 0 h 145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338433" h="1453450">
                <a:moveTo>
                  <a:pt x="930393" y="0"/>
                </a:moveTo>
                <a:cubicBezTo>
                  <a:pt x="1095295" y="0"/>
                  <a:pt x="1243122" y="77808"/>
                  <a:pt x="1343233" y="200811"/>
                </a:cubicBezTo>
                <a:lnTo>
                  <a:pt x="1343759" y="201579"/>
                </a:lnTo>
                <a:lnTo>
                  <a:pt x="1410933" y="181323"/>
                </a:lnTo>
                <a:cubicBezTo>
                  <a:pt x="1440356" y="175474"/>
                  <a:pt x="1470822" y="172402"/>
                  <a:pt x="1502025" y="172402"/>
                </a:cubicBezTo>
                <a:cubicBezTo>
                  <a:pt x="1689247" y="172402"/>
                  <a:pt x="1849882" y="282980"/>
                  <a:pt x="1918498" y="440573"/>
                </a:cubicBezTo>
                <a:lnTo>
                  <a:pt x="1935152" y="492690"/>
                </a:lnTo>
                <a:lnTo>
                  <a:pt x="1986659" y="497939"/>
                </a:lnTo>
                <a:cubicBezTo>
                  <a:pt x="2187416" y="539466"/>
                  <a:pt x="2338433" y="719025"/>
                  <a:pt x="2338433" y="934238"/>
                </a:cubicBezTo>
                <a:cubicBezTo>
                  <a:pt x="2338433" y="1149451"/>
                  <a:pt x="2187416" y="1329010"/>
                  <a:pt x="1986659" y="1370537"/>
                </a:cubicBezTo>
                <a:lnTo>
                  <a:pt x="1985611" y="1370644"/>
                </a:lnTo>
                <a:lnTo>
                  <a:pt x="1964182" y="1377839"/>
                </a:lnTo>
                <a:cubicBezTo>
                  <a:pt x="1795082" y="1423458"/>
                  <a:pt x="1508713" y="1453450"/>
                  <a:pt x="1183909" y="1453450"/>
                </a:cubicBezTo>
                <a:cubicBezTo>
                  <a:pt x="794144" y="1453450"/>
                  <a:pt x="459727" y="1410261"/>
                  <a:pt x="316879" y="1348708"/>
                </a:cubicBezTo>
                <a:lnTo>
                  <a:pt x="298858" y="1338128"/>
                </a:lnTo>
                <a:lnTo>
                  <a:pt x="282021" y="1333491"/>
                </a:lnTo>
                <a:cubicBezTo>
                  <a:pt x="116289" y="1271304"/>
                  <a:pt x="0" y="1125719"/>
                  <a:pt x="0" y="956039"/>
                </a:cubicBezTo>
                <a:cubicBezTo>
                  <a:pt x="0" y="758079"/>
                  <a:pt x="158282" y="592915"/>
                  <a:pt x="368698" y="554718"/>
                </a:cubicBezTo>
                <a:lnTo>
                  <a:pt x="387069" y="553075"/>
                </a:lnTo>
                <a:lnTo>
                  <a:pt x="395507" y="463983"/>
                </a:lnTo>
                <a:cubicBezTo>
                  <a:pt x="446418" y="199189"/>
                  <a:pt x="666550" y="0"/>
                  <a:pt x="93039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816341" y="592368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3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03</a:t>
            </a:r>
            <a:endParaRPr lang="ko-KR" altLang="en-US" b="1" spc="3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96977" y="1623613"/>
            <a:ext cx="11514048" cy="523438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3499" y="1623611"/>
            <a:ext cx="11517525" cy="69204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4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에디터</a:t>
            </a:r>
            <a:endParaRPr lang="ko-KR" altLang="en-US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AutoShape 6" descr="data:image/png;base64,iVBORw0KGgoAAAANSUhEUgAAAHEAAACgCAMAAAAMwnNoAAAAwFBMVEX///8mTeQpZfHr6+sAAACZpvAIP+MoW+wiS+QmUeYfSeQAVfDw8Ov39/gZRuQAOuT59+vn5+pxg+bg4urz9v5GYuVRUVGysrIjYvF7mfXc3NxERES9vb1HdvKioqJ9fX2Tk5MwMDCIiIgANOJvb2/m6fsAK+F/kOzS2/va3vnt7/zb3eqNnO8AT/A8WuWPp/ZrgOqlsPG6wvHI0/pVbuhfX18jIyNddOjM0e2stelcg/OxwfhwjvI1a/G8w+qnuffAd/2KAAAHvElEQVR4nO2be3+aSBiFUZfh6mAUW9M024vBK6EqbjUx6vf/VgsIAzPvwAgSdve3OX8yhKe84PEcsJKUq89/MPoWbPzEbvwiSV/ZbQ/5By3UB/H/TvxRF/EpJX6++xKrS4ifyLa724hPnVh3nZT4889EHUJ8INs+30ikNjYx1QrEG++cD+L7E//6kShD/J1s+10L8eFnovCm75DPygMhdpNt3a+1EFOFnvP9W6LfhPiFbPvrHYgPDVxHmvgvdfIPYr6+fGf0Ndj49InWQ0h8YDY+CY9dQl1WuRs/9KEP/QckN6y15KFGZW2lld5qUngqTXGjRORKLmqWuJbWDRM30qZh4kk6NUvEvjRr9F5VW3NprqqV/lYrp4SoOZKjVSMq7TJSEqK3kGyvSaI+DIx1WO1CliMmU/0HiLuAuGuSiN8CYkVjrUYMbFWqaqwVieuAeG6AOEr+ytoExJPVIHE8C4izcZNEJyA6DRATA2ihiNjAvUpMTlkExIVSyeYqEfWhHRBtjulYYj0bYhFiajkREZoOHtwJZYs1UwBxFWVkmB/x0uyIdEUP9gExyI4S1+bQvhbihhDJqbjRgguI+FQL8QyIkclJnPyIX2ohyoBoHaKFAySuayG6kOhHCz4wHezWQnwbxcDU5ObRArQ5PK2F+AqIEztasCeAuBICryB2HxMisdVJvASI+rYOog1MrjWOl8BUVa8WosESVS1eglaO6iAunoGRb+OlLbC58V0NxDkhEpPrx0t9YDrjpSmSECj5BktEbrwE0xze9UWa3kPNKeIBEtfxEqcm61gkbaSwMmgiNDm0Sf4xVfIjJwNEkSLVPdkluTMJsVIx5xHpu4mYHCHqfnKJq2QrHpG+c4DJhQU5vo2r1GRIHB0pYBcSNSdec6qkOQ7xlSIugK2qnh2vVarJkKjcU0TnmCxQdfWiKqWVQ/xFEeftAiK0uUrEM0WE2RGvyGKV54+QaGwoIjS5ODuGqlKTOUSfIm6gyclkUa5gAZypzigiyY5pXT2QxQMsraoukDJi1aZt9RckpkPwAVH1hgI9Ar06FDE3yUU3Mic/9gSSRHoERCv9J3Hy46p3awZogySnZ4jg06EPbyaSWyv7FDDRAtic2rqVaAOivrXTVWg6WJTKRUQHEnfp33Q5NVmU5kRETkHuZ5b7nJp8IzG3IF8EbQ6LarKIeMgryBdVqMkiYm5BvqhCTRYROQU5+92yATaH5RuJ94A4zjo9fBoorMkiIrTVSdZ3K9RkETG3IF8Ea7K+GhRrwcqmgN1jbkG+CBBbmuDb6sh+WbnUAaHJqYjagRMC1GIpbfr7mMmONqyrHrWDVzpbsalDkakDOpC4o3bYlc5WgLimDjiDSe6N2uHtduKBOiAnydEXmpfmqMsmJtLZ8UyIyR8gegjl3yazRCMnyaVEegicp4HyYJlq8MKOHZwjU5BBXcV0ZIc1OUhzGYcx9+wO4ByFBZkO0PBtMu5TSWcpIgoLskaPfd5i7w19RxurgMgUZHsHifTY4UsP5mlgT0QUF2R67LAm60MqW/XYF9wMUaE/34UF+SJQk1WPylY9NmCyRKYgj4REkFhVjSaucDGRKcjQ5FYMkT1gmOayRJONewzRoD/fBU8BE8GngYgmsj7IEmmTK3gKmAjanEXlR/NlrBYQRwb9+V6DfGxtGCKsyYh+6bHseyrCXKKitB9/5TwFTOuqzxBhTUZMfuyZ+3XfGmNdzRJHxvPo/uAwRysuyBdxavIUFDrTNPfyTrOwGhFHinF8OwNaKFiQEbufAzMytyabZmd5mno6MsJRzhY8XKD0AsdHU1uACI01tyabPXO5duEoMyIGwCvIF5WtycVP5heAmC3IF8GarOqFqbwwkzuQyFoO993uoDJRUJAv4tTkfWWiD+vqFOxUtiYXEmFdxTLYqWxNLklEZ7gTMFZ9dVqaudACouOTlMMvyBfBmtzCyNutl3d8ag7Rds6vR4MA6Z/J0OL+aEbV0Xg43dz1IJRHtA/3x2eF4LLECXQnB1bIeLg4oMr7AXOqLHHhy0dDoXDt3LoaqZtHjKgIe6uXQSdDzRLtxeHtCGgiIqcm0wPGlrV192Yy4JTou4+GMeLgsraqcoi6+DVLMGBr+7KPLmtEtGfnRzhKDhEkuVBXvmbBqDWcngad8MrdP46MfFqWCJJcKJjm8uar4jFeya+5o8yI+xQwUbmXHrompGWJCJpc6Zce1/3OKtkbvXCIJX8bWJJ44BBLvtu9ikgsB7PZMVTJd7ti4kjRyN46tFVeTb6FGNAyn2+Y5ELBNFeRmD23hKiwuSrUotyPrnOIHFxI9DhASSr3NplHVJScOenvQcylRcQtl7i1ytw7WWIwSt4sifAYZsdQ8/NuElSnskT+lSPS8Xi8KmgMe3eHoup0HTGgFe0bWv5OZmscK9s5rDyMhKeqtAWj1JHu9TfOdf8z0fbl4cS6esAcGrYm2zXPZ4q0mQ7H6IpgwErVLbR1eT56xanO1zsFoTLQKIIdHJ7DXKvFyVUn151qOEpP9m+hkXM99z3BgOMoXQct1mIubzWU832mIqRs1/MacbGcQ98CAw5ObqK7m7wnELdrLq908kgnHKXWP78fLdbCnw5VhFWMtKGc+3ilbs03fW+6KXq8kq+/AeX/GzTOx2+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667364" y="2333997"/>
            <a:ext cx="6667396" cy="4290785"/>
            <a:chOff x="6046234" y="689631"/>
            <a:chExt cx="6062264" cy="3672731"/>
          </a:xfrm>
        </p:grpSpPr>
        <p:sp>
          <p:nvSpPr>
            <p:cNvPr id="13" name="직사각형 12"/>
            <p:cNvSpPr/>
            <p:nvPr/>
          </p:nvSpPr>
          <p:spPr>
            <a:xfrm>
              <a:off x="6046235" y="2006082"/>
              <a:ext cx="6062263" cy="6344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2"/>
            <a:srcRect b="57883"/>
            <a:stretch/>
          </p:blipFill>
          <p:spPr>
            <a:xfrm>
              <a:off x="6046235" y="689631"/>
              <a:ext cx="6062263" cy="1421128"/>
            </a:xfrm>
            <a:prstGeom prst="rect">
              <a:avLst/>
            </a:prstGeom>
          </p:spPr>
        </p:pic>
        <p:sp>
          <p:nvSpPr>
            <p:cNvPr id="15" name="모서리가 둥근 직사각형 14"/>
            <p:cNvSpPr/>
            <p:nvPr/>
          </p:nvSpPr>
          <p:spPr>
            <a:xfrm>
              <a:off x="7248135" y="2215641"/>
              <a:ext cx="800100" cy="3200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33835" y="2217672"/>
              <a:ext cx="950985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MarkDown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algn="ctr"/>
              <a:endParaRPr lang="ko-KR" altLang="en-US" dirty="0"/>
            </a:p>
            <a:p>
              <a:endParaRPr lang="ko-KR" altLang="en-US" dirty="0"/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6625590" y="2215641"/>
              <a:ext cx="685800" cy="320040"/>
            </a:xfrm>
            <a:prstGeom prst="roundRect">
              <a:avLst/>
            </a:prstGeom>
            <a:solidFill>
              <a:srgbClr val="FAFAFA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2"/>
            <a:srcRect t="42869"/>
            <a:stretch/>
          </p:blipFill>
          <p:spPr>
            <a:xfrm>
              <a:off x="6046234" y="2434590"/>
              <a:ext cx="6062263" cy="1927772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511290" y="2215641"/>
              <a:ext cx="914400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Editor</a:t>
              </a:r>
              <a:endParaRPr lang="ko-KR" altLang="en-US" sz="1000" dirty="0"/>
            </a:p>
            <a:p>
              <a:pPr algn="ctr"/>
              <a:endParaRPr lang="ko-KR" altLang="en-US" dirty="0"/>
            </a:p>
            <a:p>
              <a:endParaRPr lang="ko-KR" alt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763069" y="2732602"/>
            <a:ext cx="381964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기본 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– </a:t>
            </a:r>
            <a:r>
              <a:rPr lang="en-US" altLang="ko-KR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CKEditor</a:t>
            </a:r>
            <a:endParaRPr lang="en-US" altLang="ko-KR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0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마크다운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– Toast UI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4787980" y="1185050"/>
            <a:ext cx="6773268" cy="5503820"/>
            <a:chOff x="137753" y="1937892"/>
            <a:chExt cx="6062264" cy="4828668"/>
          </a:xfrm>
        </p:grpSpPr>
        <p:sp>
          <p:nvSpPr>
            <p:cNvPr id="22" name="직사각형 21"/>
            <p:cNvSpPr/>
            <p:nvPr/>
          </p:nvSpPr>
          <p:spPr>
            <a:xfrm>
              <a:off x="137754" y="3254343"/>
              <a:ext cx="6062263" cy="6344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2"/>
            <a:srcRect b="57883"/>
            <a:stretch/>
          </p:blipFill>
          <p:spPr>
            <a:xfrm>
              <a:off x="137754" y="1937892"/>
              <a:ext cx="6062263" cy="1421128"/>
            </a:xfrm>
            <a:prstGeom prst="rect">
              <a:avLst/>
            </a:prstGeom>
          </p:spPr>
        </p:pic>
        <p:sp>
          <p:nvSpPr>
            <p:cNvPr id="26" name="모서리가 둥근 직사각형 25"/>
            <p:cNvSpPr/>
            <p:nvPr/>
          </p:nvSpPr>
          <p:spPr>
            <a:xfrm>
              <a:off x="717109" y="3463902"/>
              <a:ext cx="685800" cy="3200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1339654" y="3463902"/>
              <a:ext cx="800100" cy="320040"/>
            </a:xfrm>
            <a:prstGeom prst="roundRect">
              <a:avLst/>
            </a:prstGeom>
            <a:solidFill>
              <a:srgbClr val="FAFAFA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2"/>
            <a:srcRect t="42869"/>
            <a:stretch/>
          </p:blipFill>
          <p:spPr>
            <a:xfrm>
              <a:off x="137753" y="3682851"/>
              <a:ext cx="6062263" cy="1927772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612988" y="3463902"/>
              <a:ext cx="914400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Editor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algn="ctr"/>
              <a:endParaRPr lang="ko-KR" altLang="en-US" dirty="0"/>
            </a:p>
            <a:p>
              <a:endParaRPr lang="ko-KR" altLang="en-US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37753" y="5151120"/>
              <a:ext cx="6062263" cy="161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044" y="3682851"/>
              <a:ext cx="5161174" cy="2975071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264211" y="3463902"/>
              <a:ext cx="950985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 smtClean="0"/>
                <a:t>MarkDown</a:t>
              </a:r>
              <a:endParaRPr lang="ko-KR" altLang="en-US" sz="1000" dirty="0"/>
            </a:p>
            <a:p>
              <a:pPr algn="ctr"/>
              <a:endParaRPr lang="ko-KR" altLang="en-US" dirty="0"/>
            </a:p>
            <a:p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574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335052" y="160340"/>
            <a:ext cx="11514048" cy="638333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1574" y="160338"/>
            <a:ext cx="11517525" cy="69204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4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커리큘럼</a:t>
            </a:r>
            <a:endParaRPr lang="ko-KR" altLang="en-US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AutoShape 6" descr="data:image/png;base64,iVBORw0KGgoAAAANSUhEUgAAAHEAAACgCAMAAAAMwnNoAAAAwFBMVEX///8mTeQpZfHr6+sAAACZpvAIP+MoW+wiS+QmUeYfSeQAVfDw8Ov39/gZRuQAOuT59+vn5+pxg+bg4urz9v5GYuVRUVGysrIjYvF7mfXc3NxERES9vb1HdvKioqJ9fX2Tk5MwMDCIiIgANOJvb2/m6fsAK+F/kOzS2/va3vnt7/zb3eqNnO8AT/A8WuWPp/ZrgOqlsPG6wvHI0/pVbuhfX18jIyNddOjM0e2stelcg/OxwfhwjvI1a/G8w+qnuffAd/2KAAAHvElEQVR4nO2be3+aSBiFUZfh6mAUW9M024vBK6EqbjUx6vf/VgsIAzPvwAgSdve3OX8yhKe84PEcsJKUq89/MPoWbPzEbvwiSV/ZbQ/5By3UB/H/TvxRF/EpJX6++xKrS4ifyLa724hPnVh3nZT4889EHUJ8INs+30ikNjYx1QrEG++cD+L7E//6kShD/J1s+10L8eFnovCm75DPygMhdpNt3a+1EFOFnvP9W6LfhPiFbPvrHYgPDVxHmvgvdfIPYr6+fGf0Ndj49InWQ0h8YDY+CY9dQl1WuRs/9KEP/QckN6y15KFGZW2lld5qUngqTXGjRORKLmqWuJbWDRM30qZh4kk6NUvEvjRr9F5VW3NprqqV/lYrp4SoOZKjVSMq7TJSEqK3kGyvSaI+DIx1WO1CliMmU/0HiLuAuGuSiN8CYkVjrUYMbFWqaqwVieuAeG6AOEr+ytoExJPVIHE8C4izcZNEJyA6DRATA2ihiNjAvUpMTlkExIVSyeYqEfWhHRBtjulYYj0bYhFiajkREZoOHtwJZYs1UwBxFWVkmB/x0uyIdEUP9gExyI4S1+bQvhbihhDJqbjRgguI+FQL8QyIkclJnPyIX2ohyoBoHaKFAySuayG6kOhHCz4wHezWQnwbxcDU5ObRArQ5PK2F+AqIEztasCeAuBICryB2HxMisdVJvASI+rYOog1MrjWOl8BUVa8WosESVS1eglaO6iAunoGRb+OlLbC58V0NxDkhEpPrx0t9YDrjpSmSECj5BktEbrwE0xze9UWa3kPNKeIBEtfxEqcm61gkbaSwMmgiNDm0Sf4xVfIjJwNEkSLVPdkluTMJsVIx5xHpu4mYHCHqfnKJq2QrHpG+c4DJhQU5vo2r1GRIHB0pYBcSNSdec6qkOQ7xlSIugK2qnh2vVarJkKjcU0TnmCxQdfWiKqWVQ/xFEeftAiK0uUrEM0WE2RGvyGKV54+QaGwoIjS5ODuGqlKTOUSfIm6gyclkUa5gAZypzigiyY5pXT2QxQMsraoukDJi1aZt9RckpkPwAVH1hgI9Ar06FDE3yUU3Mic/9gSSRHoERCv9J3Hy46p3awZogySnZ4jg06EPbyaSWyv7FDDRAtic2rqVaAOivrXTVWg6WJTKRUQHEnfp33Q5NVmU5kRETkHuZ5b7nJp8IzG3IF8EbQ6LarKIeMgryBdVqMkiYm5BvqhCTRYROQU5+92yATaH5RuJ94A4zjo9fBoorMkiIrTVSdZ3K9RkETG3IF8Ea7K+GhRrwcqmgN1jbkG+CBBbmuDb6sh+WbnUAaHJqYjagRMC1GIpbfr7mMmONqyrHrWDVzpbsalDkakDOpC4o3bYlc5WgLimDjiDSe6N2uHtduKBOiAnydEXmpfmqMsmJtLZ8UyIyR8gegjl3yazRCMnyaVEegicp4HyYJlq8MKOHZwjU5BBXcV0ZIc1OUhzGYcx9+wO4ByFBZkO0PBtMu5TSWcpIgoLskaPfd5i7w19RxurgMgUZHsHifTY4UsP5mlgT0QUF2R67LAm60MqW/XYF9wMUaE/34UF+SJQk1WPylY9NmCyRKYgj4REkFhVjSaucDGRKcjQ5FYMkT1gmOayRJONewzRoD/fBU8BE8GngYgmsj7IEmmTK3gKmAjanEXlR/NlrBYQRwb9+V6DfGxtGCKsyYh+6bHseyrCXKKitB9/5TwFTOuqzxBhTUZMfuyZ+3XfGmNdzRJHxvPo/uAwRysuyBdxavIUFDrTNPfyTrOwGhFHinF8OwNaKFiQEbufAzMytyabZmd5mno6MsJRzhY8XKD0AsdHU1uACI01tyabPXO5duEoMyIGwCvIF5WtycVP5heAmC3IF8GarOqFqbwwkzuQyFoO993uoDJRUJAv4tTkfWWiD+vqFOxUtiYXEmFdxTLYqWxNLklEZ7gTMFZ9dVqaudACouOTlMMvyBfBmtzCyNutl3d8ag7Rds6vR4MA6Z/J0OL+aEbV0Xg43dz1IJRHtA/3x2eF4LLECXQnB1bIeLg4oMr7AXOqLHHhy0dDoXDt3LoaqZtHjKgIe6uXQSdDzRLtxeHtCGgiIqcm0wPGlrV192Yy4JTou4+GMeLgsraqcoi6+DVLMGBr+7KPLmtEtGfnRzhKDhEkuVBXvmbBqDWcngad8MrdP46MfFqWCJJcKJjm8uar4jFeya+5o8yI+xQwUbmXHrompGWJCJpc6Zce1/3OKtkbvXCIJX8bWJJ44BBLvtu9ikgsB7PZMVTJd7ti4kjRyN46tFVeTb6FGNAyn2+Y5ELBNFeRmD23hKiwuSrUotyPrnOIHFxI9DhASSr3NplHVJScOenvQcylRcQtl7i1ytw7WWIwSt4sifAYZsdQ8/NuElSnskT+lSPS8Xi8KmgMe3eHoup0HTGgFe0bWv5OZmscK9s5rDyMhKeqtAWj1JHu9TfOdf8z0fbl4cS6esAcGrYm2zXPZ4q0mQ7H6IpgwErVLbR1eT56xanO1zsFoTLQKIIdHJ7DXKvFyVUn151qOEpP9m+hkXM99z3BgOMoXQct1mIubzWU832mIqRs1/MacbGcQ98CAw5ObqK7m7wnELdrLq908kgnHKXWP78fLdbCnw5VhFWMtKGc+3ilbs03fW+6KXq8kq+/AeX/GzTOx2+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460375" y="937464"/>
            <a:ext cx="6044597" cy="4907751"/>
            <a:chOff x="548126" y="560223"/>
            <a:chExt cx="6863256" cy="565396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126" y="560223"/>
              <a:ext cx="6863256" cy="4329740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550506" y="4068147"/>
              <a:ext cx="6858000" cy="21460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362" y="1632700"/>
              <a:ext cx="5799772" cy="4273516"/>
            </a:xfrm>
            <a:prstGeom prst="rect">
              <a:avLst/>
            </a:prstGeom>
          </p:spPr>
        </p:pic>
      </p:grpSp>
      <p:grpSp>
        <p:nvGrpSpPr>
          <p:cNvPr id="10" name="그룹 9"/>
          <p:cNvGrpSpPr/>
          <p:nvPr/>
        </p:nvGrpSpPr>
        <p:grpSpPr>
          <a:xfrm>
            <a:off x="5159381" y="1042720"/>
            <a:ext cx="6445652" cy="5310617"/>
            <a:chOff x="5962991" y="2110759"/>
            <a:chExt cx="6375188" cy="5206096"/>
          </a:xfrm>
        </p:grpSpPr>
        <p:grpSp>
          <p:nvGrpSpPr>
            <p:cNvPr id="12" name="그룹 11"/>
            <p:cNvGrpSpPr/>
            <p:nvPr/>
          </p:nvGrpSpPr>
          <p:grpSpPr>
            <a:xfrm>
              <a:off x="5962991" y="2110759"/>
              <a:ext cx="6375188" cy="5206096"/>
              <a:chOff x="548126" y="560223"/>
              <a:chExt cx="6863256" cy="5653965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8126" y="560223"/>
                <a:ext cx="6863256" cy="4329740"/>
              </a:xfrm>
              <a:prstGeom prst="rect">
                <a:avLst/>
              </a:prstGeom>
            </p:spPr>
          </p:pic>
          <p:sp>
            <p:nvSpPr>
              <p:cNvPr id="15" name="직사각형 14"/>
              <p:cNvSpPr/>
              <p:nvPr/>
            </p:nvSpPr>
            <p:spPr>
              <a:xfrm>
                <a:off x="550506" y="4068147"/>
                <a:ext cx="6858000" cy="21460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4"/>
            <a:srcRect l="28486" t="11281" r="11953" b="6888"/>
            <a:stretch/>
          </p:blipFill>
          <p:spPr>
            <a:xfrm>
              <a:off x="6584801" y="3127310"/>
              <a:ext cx="5131107" cy="39653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946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1474969" y="95543"/>
            <a:ext cx="8676738" cy="6697143"/>
            <a:chOff x="420609" y="76882"/>
            <a:chExt cx="8676738" cy="6697143"/>
          </a:xfrm>
        </p:grpSpPr>
        <p:grpSp>
          <p:nvGrpSpPr>
            <p:cNvPr id="8" name="그룹 7"/>
            <p:cNvGrpSpPr/>
            <p:nvPr/>
          </p:nvGrpSpPr>
          <p:grpSpPr>
            <a:xfrm>
              <a:off x="420609" y="76882"/>
              <a:ext cx="8676738" cy="6697143"/>
              <a:chOff x="5962991" y="2110759"/>
              <a:chExt cx="6375188" cy="5206096"/>
            </a:xfrm>
          </p:grpSpPr>
          <p:grpSp>
            <p:nvGrpSpPr>
              <p:cNvPr id="26" name="그룹 25"/>
              <p:cNvGrpSpPr/>
              <p:nvPr/>
            </p:nvGrpSpPr>
            <p:grpSpPr>
              <a:xfrm>
                <a:off x="5962991" y="2110759"/>
                <a:ext cx="6375188" cy="5206096"/>
                <a:chOff x="548126" y="560223"/>
                <a:chExt cx="6863256" cy="5653965"/>
              </a:xfrm>
            </p:grpSpPr>
            <p:pic>
              <p:nvPicPr>
                <p:cNvPr id="28" name="그림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48126" y="560223"/>
                  <a:ext cx="6863256" cy="4329740"/>
                </a:xfrm>
                <a:prstGeom prst="rect">
                  <a:avLst/>
                </a:prstGeom>
              </p:spPr>
            </p:pic>
            <p:sp>
              <p:nvSpPr>
                <p:cNvPr id="30" name="직사각형 29"/>
                <p:cNvSpPr/>
                <p:nvPr/>
              </p:nvSpPr>
              <p:spPr>
                <a:xfrm>
                  <a:off x="550506" y="4068147"/>
                  <a:ext cx="6858000" cy="21460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pic>
            <p:nvPicPr>
              <p:cNvPr id="3" name="그림 2"/>
              <p:cNvPicPr>
                <a:picLocks noChangeAspect="1"/>
              </p:cNvPicPr>
              <p:nvPr/>
            </p:nvPicPr>
            <p:blipFill rotWithShape="1">
              <a:blip r:embed="rId3"/>
              <a:srcRect l="28486" t="11281" r="11953" b="6888"/>
              <a:stretch/>
            </p:blipFill>
            <p:spPr>
              <a:xfrm>
                <a:off x="6190492" y="3349797"/>
                <a:ext cx="3596125" cy="3357393"/>
              </a:xfrm>
              <a:prstGeom prst="rect">
                <a:avLst/>
              </a:prstGeom>
            </p:spPr>
          </p:pic>
        </p:grp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5084" y="2349305"/>
              <a:ext cx="979626" cy="5740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8130435" y="2505500"/>
              <a:ext cx="74892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rgbClr val="A08DDE"/>
                  </a:solidFill>
                </a:rPr>
                <a:t>참가하기</a:t>
              </a:r>
              <a:endParaRPr lang="ko-KR" altLang="en-US" sz="1100" dirty="0">
                <a:solidFill>
                  <a:srgbClr val="A08DDE"/>
                </a:solidFill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3745" y="2842024"/>
              <a:ext cx="2256633" cy="2780013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60109" y="5619571"/>
              <a:ext cx="2106172" cy="952016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7"/>
            <a:srcRect b="32915"/>
            <a:stretch/>
          </p:blipFill>
          <p:spPr>
            <a:xfrm>
              <a:off x="5931253" y="1849320"/>
              <a:ext cx="2438400" cy="479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60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335052" y="160340"/>
            <a:ext cx="11514048" cy="65992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배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9834"/>
          <a:stretch/>
        </p:blipFill>
        <p:spPr>
          <a:xfrm>
            <a:off x="821289" y="763929"/>
            <a:ext cx="10490098" cy="58926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051218" y="1646076"/>
            <a:ext cx="9199983" cy="501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838" y="1894115"/>
            <a:ext cx="5015120" cy="406766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442" y="1894115"/>
            <a:ext cx="4952516" cy="42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0218" y="5643244"/>
            <a:ext cx="451612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  08/01      08/02     08/03      08/04      08/05     08/06     08/07     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936240" y="2315363"/>
            <a:ext cx="1503680" cy="22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579058" y="1883955"/>
            <a:ext cx="4058462" cy="29369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153" y="1904275"/>
            <a:ext cx="3927472" cy="2793844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6756401" y="1952730"/>
            <a:ext cx="13309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검색어</a:t>
            </a:r>
            <a:r>
              <a: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순위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833360" y="2427681"/>
            <a:ext cx="2771941" cy="2327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rcRect l="50447" t="20262"/>
          <a:stretch/>
        </p:blipFill>
        <p:spPr>
          <a:xfrm>
            <a:off x="7787047" y="2470785"/>
            <a:ext cx="2464154" cy="2227334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6827519" y="2613660"/>
            <a:ext cx="1032825" cy="201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51240" y="2613660"/>
            <a:ext cx="964160" cy="1905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827519" y="2965839"/>
            <a:ext cx="619521" cy="206714"/>
          </a:xfrm>
          <a:prstGeom prst="rect">
            <a:avLst/>
          </a:prstGeom>
          <a:solidFill>
            <a:srgbClr val="EAF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7983448" y="2991744"/>
            <a:ext cx="931952" cy="180809"/>
          </a:xfrm>
          <a:prstGeom prst="rect">
            <a:avLst/>
          </a:prstGeom>
          <a:solidFill>
            <a:srgbClr val="EAF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6810374" y="3351043"/>
            <a:ext cx="769620" cy="20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6819784" y="4060875"/>
            <a:ext cx="769620" cy="20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962888" y="3327639"/>
            <a:ext cx="769620" cy="22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7999338" y="4057945"/>
            <a:ext cx="916062" cy="208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6810374" y="3680460"/>
            <a:ext cx="636666" cy="1981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7967766" y="3655626"/>
            <a:ext cx="636666" cy="1981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6810374" y="4414028"/>
            <a:ext cx="636666" cy="1981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7995986" y="4414028"/>
            <a:ext cx="636666" cy="1981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6827519" y="2995584"/>
            <a:ext cx="1032825" cy="201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29922" y="3345470"/>
            <a:ext cx="1032825" cy="201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22302" y="3688370"/>
            <a:ext cx="1032825" cy="201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829922" y="4046510"/>
            <a:ext cx="1032825" cy="201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822302" y="4404650"/>
            <a:ext cx="1032825" cy="201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962888" y="2598086"/>
            <a:ext cx="1111663" cy="213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7955268" y="2956226"/>
            <a:ext cx="1111663" cy="213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955268" y="3314366"/>
            <a:ext cx="1111663" cy="213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알고리즘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962888" y="3672506"/>
            <a:ext cx="1111663" cy="213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백엔드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7962888" y="4030646"/>
            <a:ext cx="1111663" cy="213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웹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7962888" y="4388786"/>
            <a:ext cx="1111663" cy="213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22983" y="5284755"/>
            <a:ext cx="3792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조회수 순 </a:t>
            </a:r>
            <a:r>
              <a:rPr lang="ko-KR" altLang="en-US" dirty="0" err="1" smtClean="0"/>
              <a:t>인기글</a:t>
            </a:r>
            <a:r>
              <a:rPr lang="ko-KR" altLang="en-US" dirty="0" smtClean="0"/>
              <a:t> 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회원정보 통계 등등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331574" y="160338"/>
            <a:ext cx="11517525" cy="69204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400" dirty="0" smtClean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통계</a:t>
            </a:r>
            <a:endParaRPr lang="ko-KR" altLang="en-US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738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5527782" y="2100330"/>
            <a:ext cx="953556" cy="592682"/>
            <a:chOff x="5614461" y="1224415"/>
            <a:chExt cx="953556" cy="592682"/>
          </a:xfrm>
        </p:grpSpPr>
        <p:sp>
          <p:nvSpPr>
            <p:cNvPr id="28" name="자유형 27"/>
            <p:cNvSpPr/>
            <p:nvPr/>
          </p:nvSpPr>
          <p:spPr>
            <a:xfrm>
              <a:off x="5614461" y="1224415"/>
              <a:ext cx="953556" cy="592682"/>
            </a:xfrm>
            <a:custGeom>
              <a:avLst/>
              <a:gdLst>
                <a:gd name="connsiteX0" fmla="*/ 930393 w 2338433"/>
                <a:gd name="connsiteY0" fmla="*/ 0 h 1453450"/>
                <a:gd name="connsiteX1" fmla="*/ 1343233 w 2338433"/>
                <a:gd name="connsiteY1" fmla="*/ 200811 h 1453450"/>
                <a:gd name="connsiteX2" fmla="*/ 1343759 w 2338433"/>
                <a:gd name="connsiteY2" fmla="*/ 201579 h 1453450"/>
                <a:gd name="connsiteX3" fmla="*/ 1410933 w 2338433"/>
                <a:gd name="connsiteY3" fmla="*/ 181323 h 1453450"/>
                <a:gd name="connsiteX4" fmla="*/ 1502025 w 2338433"/>
                <a:gd name="connsiteY4" fmla="*/ 172402 h 1453450"/>
                <a:gd name="connsiteX5" fmla="*/ 1918498 w 2338433"/>
                <a:gd name="connsiteY5" fmla="*/ 440573 h 1453450"/>
                <a:gd name="connsiteX6" fmla="*/ 1935152 w 2338433"/>
                <a:gd name="connsiteY6" fmla="*/ 492690 h 1453450"/>
                <a:gd name="connsiteX7" fmla="*/ 1986659 w 2338433"/>
                <a:gd name="connsiteY7" fmla="*/ 497939 h 1453450"/>
                <a:gd name="connsiteX8" fmla="*/ 2338433 w 2338433"/>
                <a:gd name="connsiteY8" fmla="*/ 934238 h 1453450"/>
                <a:gd name="connsiteX9" fmla="*/ 1986659 w 2338433"/>
                <a:gd name="connsiteY9" fmla="*/ 1370537 h 1453450"/>
                <a:gd name="connsiteX10" fmla="*/ 1985611 w 2338433"/>
                <a:gd name="connsiteY10" fmla="*/ 1370644 h 1453450"/>
                <a:gd name="connsiteX11" fmla="*/ 1964182 w 2338433"/>
                <a:gd name="connsiteY11" fmla="*/ 1377839 h 1453450"/>
                <a:gd name="connsiteX12" fmla="*/ 1183909 w 2338433"/>
                <a:gd name="connsiteY12" fmla="*/ 1453450 h 1453450"/>
                <a:gd name="connsiteX13" fmla="*/ 316879 w 2338433"/>
                <a:gd name="connsiteY13" fmla="*/ 1348708 h 1453450"/>
                <a:gd name="connsiteX14" fmla="*/ 298858 w 2338433"/>
                <a:gd name="connsiteY14" fmla="*/ 1338128 h 1453450"/>
                <a:gd name="connsiteX15" fmla="*/ 282021 w 2338433"/>
                <a:gd name="connsiteY15" fmla="*/ 1333491 h 1453450"/>
                <a:gd name="connsiteX16" fmla="*/ 0 w 2338433"/>
                <a:gd name="connsiteY16" fmla="*/ 956039 h 1453450"/>
                <a:gd name="connsiteX17" fmla="*/ 368698 w 2338433"/>
                <a:gd name="connsiteY17" fmla="*/ 554718 h 1453450"/>
                <a:gd name="connsiteX18" fmla="*/ 387069 w 2338433"/>
                <a:gd name="connsiteY18" fmla="*/ 553075 h 1453450"/>
                <a:gd name="connsiteX19" fmla="*/ 395507 w 2338433"/>
                <a:gd name="connsiteY19" fmla="*/ 463983 h 1453450"/>
                <a:gd name="connsiteX20" fmla="*/ 930393 w 2338433"/>
                <a:gd name="connsiteY20" fmla="*/ 0 h 145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38433" h="1453450">
                  <a:moveTo>
                    <a:pt x="930393" y="0"/>
                  </a:moveTo>
                  <a:cubicBezTo>
                    <a:pt x="1095295" y="0"/>
                    <a:pt x="1243122" y="77808"/>
                    <a:pt x="1343233" y="200811"/>
                  </a:cubicBezTo>
                  <a:lnTo>
                    <a:pt x="1343759" y="201579"/>
                  </a:lnTo>
                  <a:lnTo>
                    <a:pt x="1410933" y="181323"/>
                  </a:lnTo>
                  <a:cubicBezTo>
                    <a:pt x="1440356" y="175474"/>
                    <a:pt x="1470822" y="172402"/>
                    <a:pt x="1502025" y="172402"/>
                  </a:cubicBezTo>
                  <a:cubicBezTo>
                    <a:pt x="1689247" y="172402"/>
                    <a:pt x="1849882" y="282980"/>
                    <a:pt x="1918498" y="440573"/>
                  </a:cubicBezTo>
                  <a:lnTo>
                    <a:pt x="1935152" y="492690"/>
                  </a:lnTo>
                  <a:lnTo>
                    <a:pt x="1986659" y="497939"/>
                  </a:lnTo>
                  <a:cubicBezTo>
                    <a:pt x="2187416" y="539466"/>
                    <a:pt x="2338433" y="719025"/>
                    <a:pt x="2338433" y="934238"/>
                  </a:cubicBezTo>
                  <a:cubicBezTo>
                    <a:pt x="2338433" y="1149451"/>
                    <a:pt x="2187416" y="1329010"/>
                    <a:pt x="1986659" y="1370537"/>
                  </a:cubicBezTo>
                  <a:lnTo>
                    <a:pt x="1985611" y="1370644"/>
                  </a:lnTo>
                  <a:lnTo>
                    <a:pt x="1964182" y="1377839"/>
                  </a:lnTo>
                  <a:cubicBezTo>
                    <a:pt x="1795082" y="1423458"/>
                    <a:pt x="1508713" y="1453450"/>
                    <a:pt x="1183909" y="1453450"/>
                  </a:cubicBezTo>
                  <a:cubicBezTo>
                    <a:pt x="794144" y="1453450"/>
                    <a:pt x="459727" y="1410261"/>
                    <a:pt x="316879" y="1348708"/>
                  </a:cubicBezTo>
                  <a:lnTo>
                    <a:pt x="298858" y="1338128"/>
                  </a:lnTo>
                  <a:lnTo>
                    <a:pt x="282021" y="1333491"/>
                  </a:lnTo>
                  <a:cubicBezTo>
                    <a:pt x="116289" y="1271304"/>
                    <a:pt x="0" y="1125719"/>
                    <a:pt x="0" y="956039"/>
                  </a:cubicBezTo>
                  <a:cubicBezTo>
                    <a:pt x="0" y="758079"/>
                    <a:pt x="158282" y="592915"/>
                    <a:pt x="368698" y="554718"/>
                  </a:cubicBezTo>
                  <a:lnTo>
                    <a:pt x="387069" y="553075"/>
                  </a:lnTo>
                  <a:lnTo>
                    <a:pt x="395507" y="463983"/>
                  </a:lnTo>
                  <a:cubicBezTo>
                    <a:pt x="446418" y="199189"/>
                    <a:pt x="666550" y="0"/>
                    <a:pt x="930393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/>
            <p:cNvSpPr/>
            <p:nvPr/>
          </p:nvSpPr>
          <p:spPr>
            <a:xfrm>
              <a:off x="5934080" y="1506469"/>
              <a:ext cx="45719" cy="8063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/>
            <p:cNvSpPr/>
            <p:nvPr/>
          </p:nvSpPr>
          <p:spPr>
            <a:xfrm>
              <a:off x="6213016" y="1506469"/>
              <a:ext cx="45719" cy="8063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/>
            <p:cNvCxnSpPr/>
            <p:nvPr/>
          </p:nvCxnSpPr>
          <p:spPr>
            <a:xfrm flipV="1">
              <a:off x="5913680" y="1440451"/>
              <a:ext cx="86518" cy="2381"/>
            </a:xfrm>
            <a:prstGeom prst="line">
              <a:avLst/>
            </a:prstGeom>
            <a:ln w="158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 flipH="1" flipV="1">
              <a:off x="6192616" y="1438070"/>
              <a:ext cx="86518" cy="2381"/>
            </a:xfrm>
            <a:prstGeom prst="line">
              <a:avLst/>
            </a:prstGeom>
            <a:ln w="158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 flipH="1" flipV="1">
              <a:off x="6050926" y="1715880"/>
              <a:ext cx="86518" cy="0"/>
            </a:xfrm>
            <a:prstGeom prst="line">
              <a:avLst/>
            </a:prstGeom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/>
          <p:cNvGrpSpPr/>
          <p:nvPr/>
        </p:nvGrpSpPr>
        <p:grpSpPr>
          <a:xfrm>
            <a:off x="5727458" y="2873127"/>
            <a:ext cx="554205" cy="283801"/>
            <a:chOff x="5818346" y="2079762"/>
            <a:chExt cx="554205" cy="283801"/>
          </a:xfrm>
        </p:grpSpPr>
        <p:cxnSp>
          <p:nvCxnSpPr>
            <p:cNvPr id="35" name="직선 연결선 34"/>
            <p:cNvCxnSpPr/>
            <p:nvPr/>
          </p:nvCxnSpPr>
          <p:spPr>
            <a:xfrm>
              <a:off x="5818346" y="2079762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6095448" y="2079762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6372551" y="2079762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5818346" y="2280024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6096000" y="2280024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6372551" y="2280024"/>
              <a:ext cx="0" cy="83539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직사각형 2"/>
          <p:cNvSpPr/>
          <p:nvPr/>
        </p:nvSpPr>
        <p:spPr>
          <a:xfrm>
            <a:off x="1474955" y="4029679"/>
            <a:ext cx="9258300" cy="2614962"/>
          </a:xfrm>
          <a:prstGeom prst="rect">
            <a:avLst/>
          </a:prstGeom>
          <a:noFill/>
          <a:ln w="1016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812186" y="1173930"/>
            <a:ext cx="2299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감사합니다</a:t>
            </a:r>
            <a:endParaRPr lang="ko-KR" altLang="en-US" sz="3600" spc="300" dirty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30347" y="4180344"/>
            <a:ext cx="84237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참고자료</a:t>
            </a:r>
            <a:endParaRPr lang="en-US" altLang="ko-KR" sz="2400" spc="300" dirty="0" smtClean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spc="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우아한테크기술블로그</a:t>
            </a:r>
            <a:r>
              <a:rPr lang="en-US" altLang="ko-KR" sz="24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  <a:hlinkClick r:id="rId2"/>
              </a:rPr>
              <a:t> https://woowabros.github.io/</a:t>
            </a:r>
            <a:endParaRPr lang="en-US" altLang="ko-KR" sz="2400" spc="300" dirty="0" smtClean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24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D3.jsGitHUB</a:t>
            </a:r>
            <a:r>
              <a:rPr lang="en-US" altLang="ko-KR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en-US" altLang="ko-KR" sz="2400" spc="3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https://github.com/d3/d3-force</a:t>
            </a:r>
            <a:endParaRPr lang="en-US" altLang="ko-KR" sz="2400" spc="300" dirty="0" smtClean="0">
              <a:solidFill>
                <a:srgbClr val="0070C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spc="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생활코딩</a:t>
            </a:r>
            <a:r>
              <a:rPr lang="en-US" altLang="ko-KR" sz="24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  <a:hlinkClick r:id="rId3"/>
              </a:rPr>
              <a:t>https://opentutorials.org/course/1</a:t>
            </a:r>
            <a:endParaRPr lang="en-US" altLang="ko-KR" sz="2400" spc="300" dirty="0" smtClean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spc="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티스토리</a:t>
            </a:r>
            <a:r>
              <a:rPr lang="en-US" altLang="ko-KR" sz="24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  <a:hlinkClick r:id="rId4"/>
              </a:rPr>
              <a:t>https://www.tistory.com/ </a:t>
            </a:r>
            <a:endParaRPr lang="en-US" altLang="ko-KR" sz="2400" dirty="0" smtClean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spc="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어썸데브블로그</a:t>
            </a:r>
            <a:r>
              <a:rPr lang="en-US" altLang="ko-KR" sz="2400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  <a:hlinkClick r:id="rId5"/>
              </a:rPr>
              <a:t>https://awesome-devblog.netlify.app/</a:t>
            </a:r>
            <a:endParaRPr lang="en-US" altLang="ko-KR" sz="2400" spc="300" dirty="0" smtClean="0">
              <a:solidFill>
                <a:schemeClr val="tx1">
                  <a:lumMod val="85000"/>
                  <a:lumOff val="1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55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230</Words>
  <Application>Microsoft Office PowerPoint</Application>
  <PresentationFormat>와이드스크린</PresentationFormat>
  <Paragraphs>75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배</vt:lpstr>
      <vt:lpstr>배달의민족 도현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민병조</dc:creator>
  <cp:lastModifiedBy>multicampus</cp:lastModifiedBy>
  <cp:revision>64</cp:revision>
  <dcterms:created xsi:type="dcterms:W3CDTF">2017-07-19T14:31:28Z</dcterms:created>
  <dcterms:modified xsi:type="dcterms:W3CDTF">2020-08-07T03:50:54Z</dcterms:modified>
</cp:coreProperties>
</file>